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69" r:id="rId3"/>
    <p:sldId id="284" r:id="rId4"/>
    <p:sldId id="275" r:id="rId5"/>
    <p:sldId id="270" r:id="rId6"/>
    <p:sldId id="286" r:id="rId7"/>
    <p:sldId id="285" r:id="rId8"/>
    <p:sldId id="277" r:id="rId9"/>
    <p:sldId id="288" r:id="rId10"/>
    <p:sldId id="289" r:id="rId11"/>
    <p:sldId id="290" r:id="rId12"/>
    <p:sldId id="291" r:id="rId13"/>
    <p:sldId id="292" r:id="rId14"/>
    <p:sldId id="293" r:id="rId15"/>
    <p:sldId id="294" r:id="rId16"/>
    <p:sldId id="295" r:id="rId17"/>
    <p:sldId id="296" r:id="rId18"/>
    <p:sldId id="297" r:id="rId19"/>
    <p:sldId id="298" r:id="rId20"/>
    <p:sldId id="299" r:id="rId21"/>
    <p:sldId id="301" r:id="rId22"/>
    <p:sldId id="300" r:id="rId23"/>
    <p:sldId id="302" r:id="rId24"/>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66B3C1-72F8-4CDB-B8D0-FB562E8B6FCC}" v="77" dt="2026-07-18T10:08:19.353"/>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p:scale>
          <a:sx n="51" d="100"/>
          <a:sy n="51" d="100"/>
        </p:scale>
        <p:origin x="72" y="86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usree Nagari" userId="0fbbf4635a000193" providerId="LiveId" clId="{8B2EA753-9A3F-410C-8CD1-EA0F1091218C}"/>
    <pc:docChg chg="undo custSel addSld delSld modSld">
      <pc:chgData name="Renusree Nagari" userId="0fbbf4635a000193" providerId="LiveId" clId="{8B2EA753-9A3F-410C-8CD1-EA0F1091218C}" dt="2026-06-18T13:09:57.819" v="862" actId="113"/>
      <pc:docMkLst>
        <pc:docMk/>
      </pc:docMkLst>
      <pc:sldChg chg="modSp mod">
        <pc:chgData name="Renusree Nagari" userId="0fbbf4635a000193" providerId="LiveId" clId="{8B2EA753-9A3F-410C-8CD1-EA0F1091218C}" dt="2026-06-18T11:46:48.284" v="167" actId="14100"/>
        <pc:sldMkLst>
          <pc:docMk/>
          <pc:sldMk cId="0" sldId="256"/>
        </pc:sldMkLst>
        <pc:spChg chg="mod">
          <ac:chgData name="Renusree Nagari" userId="0fbbf4635a000193" providerId="LiveId" clId="{8B2EA753-9A3F-410C-8CD1-EA0F1091218C}" dt="2026-06-18T11:43:12.464" v="57" actId="14100"/>
          <ac:spMkLst>
            <pc:docMk/>
            <pc:sldMk cId="0" sldId="256"/>
            <ac:spMk id="2" creationId="{00000000-0000-0000-0000-000000000000}"/>
          </ac:spMkLst>
        </pc:spChg>
        <pc:spChg chg="mod">
          <ac:chgData name="Renusree Nagari" userId="0fbbf4635a000193" providerId="LiveId" clId="{8B2EA753-9A3F-410C-8CD1-EA0F1091218C}" dt="2026-06-18T11:41:58.884" v="1"/>
          <ac:spMkLst>
            <pc:docMk/>
            <pc:sldMk cId="0" sldId="256"/>
            <ac:spMk id="8" creationId="{00000000-0000-0000-0000-000000000000}"/>
          </ac:spMkLst>
        </pc:spChg>
        <pc:spChg chg="mod">
          <ac:chgData name="Renusree Nagari" userId="0fbbf4635a000193" providerId="LiveId" clId="{8B2EA753-9A3F-410C-8CD1-EA0F1091218C}" dt="2026-06-18T11:46:48.284" v="167" actId="14100"/>
          <ac:spMkLst>
            <pc:docMk/>
            <pc:sldMk cId="0" sldId="256"/>
            <ac:spMk id="14" creationId="{00000000-0000-0000-0000-000000000000}"/>
          </ac:spMkLst>
        </pc:spChg>
      </pc:sldChg>
      <pc:sldChg chg="addSp delSp modSp mod">
        <pc:chgData name="Renusree Nagari" userId="0fbbf4635a000193" providerId="LiveId" clId="{8B2EA753-9A3F-410C-8CD1-EA0F1091218C}" dt="2026-06-18T12:12:54.537" v="273" actId="1076"/>
        <pc:sldMkLst>
          <pc:docMk/>
          <pc:sldMk cId="0" sldId="269"/>
        </pc:sldMkLst>
      </pc:sldChg>
      <pc:sldChg chg="addSp delSp modSp mod">
        <pc:chgData name="Renusree Nagari" userId="0fbbf4635a000193" providerId="LiveId" clId="{8B2EA753-9A3F-410C-8CD1-EA0F1091218C}" dt="2026-06-18T12:46:28.566" v="635" actId="1076"/>
        <pc:sldMkLst>
          <pc:docMk/>
          <pc:sldMk cId="0" sldId="270"/>
        </pc:sldMkLst>
        <pc:spChg chg="mod">
          <ac:chgData name="Renusree Nagari" userId="0fbbf4635a000193" providerId="LiveId" clId="{8B2EA753-9A3F-410C-8CD1-EA0F1091218C}" dt="2026-06-18T12:45:12.398" v="597" actId="1076"/>
          <ac:spMkLst>
            <pc:docMk/>
            <pc:sldMk cId="0" sldId="270"/>
            <ac:spMk id="3" creationId="{4F684AEF-AA6A-13CA-AF2D-392CA2D6C36E}"/>
          </ac:spMkLst>
        </pc:spChg>
        <pc:spChg chg="add mod">
          <ac:chgData name="Renusree Nagari" userId="0fbbf4635a000193" providerId="LiveId" clId="{8B2EA753-9A3F-410C-8CD1-EA0F1091218C}" dt="2026-06-18T12:46:28.566" v="635" actId="1076"/>
          <ac:spMkLst>
            <pc:docMk/>
            <pc:sldMk cId="0" sldId="270"/>
            <ac:spMk id="11" creationId="{E22654FE-406C-ABD0-0E52-2C7EDF41DBE8}"/>
          </ac:spMkLst>
        </pc:spChg>
      </pc:sldChg>
      <pc:sldChg chg="modSp mod">
        <pc:chgData name="Renusree Nagari" userId="0fbbf4635a000193" providerId="LiveId" clId="{8B2EA753-9A3F-410C-8CD1-EA0F1091218C}" dt="2026-06-18T12:46:07.834" v="615" actId="14100"/>
        <pc:sldMkLst>
          <pc:docMk/>
          <pc:sldMk cId="0" sldId="275"/>
        </pc:sldMkLst>
        <pc:spChg chg="mod">
          <ac:chgData name="Renusree Nagari" userId="0fbbf4635a000193" providerId="LiveId" clId="{8B2EA753-9A3F-410C-8CD1-EA0F1091218C}" dt="2026-06-18T12:46:07.834" v="615" actId="14100"/>
          <ac:spMkLst>
            <pc:docMk/>
            <pc:sldMk cId="0" sldId="275"/>
            <ac:spMk id="2" creationId="{00000000-0000-0000-0000-000000000000}"/>
          </ac:spMkLst>
        </pc:spChg>
        <pc:spChg chg="mod">
          <ac:chgData name="Renusree Nagari" userId="0fbbf4635a000193" providerId="LiveId" clId="{8B2EA753-9A3F-410C-8CD1-EA0F1091218C}" dt="2026-06-18T12:15:48.527" v="287" actId="1076"/>
          <ac:spMkLst>
            <pc:docMk/>
            <pc:sldMk cId="0" sldId="275"/>
            <ac:spMk id="9" creationId="{55A22674-1B03-DC7D-1AC7-8D99ADA571BF}"/>
          </ac:spMkLst>
        </pc:spChg>
      </pc:sldChg>
      <pc:sldChg chg="addSp delSp modSp mod">
        <pc:chgData name="Renusree Nagari" userId="0fbbf4635a000193" providerId="LiveId" clId="{8B2EA753-9A3F-410C-8CD1-EA0F1091218C}" dt="2026-06-18T12:43:05.370" v="574" actId="1076"/>
        <pc:sldMkLst>
          <pc:docMk/>
          <pc:sldMk cId="0" sldId="277"/>
        </pc:sldMkLst>
        <pc:spChg chg="add mod">
          <ac:chgData name="Renusree Nagari" userId="0fbbf4635a000193" providerId="LiveId" clId="{8B2EA753-9A3F-410C-8CD1-EA0F1091218C}" dt="2026-06-18T12:43:05.370" v="574" actId="1076"/>
          <ac:spMkLst>
            <pc:docMk/>
            <pc:sldMk cId="0" sldId="277"/>
            <ac:spMk id="10" creationId="{60037B83-D544-A4A2-69CE-B439CC5CA606}"/>
          </ac:spMkLst>
        </pc:spChg>
        <pc:picChg chg="mod">
          <ac:chgData name="Renusree Nagari" userId="0fbbf4635a000193" providerId="LiveId" clId="{8B2EA753-9A3F-410C-8CD1-EA0F1091218C}" dt="2026-06-18T12:30:46.918" v="430" actId="1076"/>
          <ac:picMkLst>
            <pc:docMk/>
            <pc:sldMk cId="0" sldId="277"/>
            <ac:picMk id="5" creationId="{00000000-0000-0000-0000-000000000000}"/>
          </ac:picMkLst>
        </pc:picChg>
        <pc:picChg chg="mod">
          <ac:chgData name="Renusree Nagari" userId="0fbbf4635a000193" providerId="LiveId" clId="{8B2EA753-9A3F-410C-8CD1-EA0F1091218C}" dt="2026-06-18T12:30:50.631" v="431" actId="1076"/>
          <ac:picMkLst>
            <pc:docMk/>
            <pc:sldMk cId="0" sldId="277"/>
            <ac:picMk id="6" creationId="{00000000-0000-0000-0000-000000000000}"/>
          </ac:picMkLst>
        </pc:picChg>
      </pc:sldChg>
      <pc:sldChg chg="addSp delSp modSp new mod">
        <pc:chgData name="Renusree Nagari" userId="0fbbf4635a000193" providerId="LiveId" clId="{8B2EA753-9A3F-410C-8CD1-EA0F1091218C}" dt="2026-06-18T12:12:01.288" v="269" actId="1076"/>
        <pc:sldMkLst>
          <pc:docMk/>
          <pc:sldMk cId="1128745520" sldId="284"/>
        </pc:sldMkLst>
        <pc:spChg chg="add mod">
          <ac:chgData name="Renusree Nagari" userId="0fbbf4635a000193" providerId="LiveId" clId="{8B2EA753-9A3F-410C-8CD1-EA0F1091218C}" dt="2026-06-18T12:09:31.845" v="234" actId="1076"/>
          <ac:spMkLst>
            <pc:docMk/>
            <pc:sldMk cId="1128745520" sldId="284"/>
            <ac:spMk id="9" creationId="{513755F1-6F58-9B2D-8021-A62081E23253}"/>
          </ac:spMkLst>
        </pc:spChg>
        <pc:spChg chg="add mod">
          <ac:chgData name="Renusree Nagari" userId="0fbbf4635a000193" providerId="LiveId" clId="{8B2EA753-9A3F-410C-8CD1-EA0F1091218C}" dt="2026-06-18T12:12:01.288" v="269" actId="1076"/>
          <ac:spMkLst>
            <pc:docMk/>
            <pc:sldMk cId="1128745520" sldId="284"/>
            <ac:spMk id="11" creationId="{09083D00-1622-B773-9B7E-4A5C99EF1338}"/>
          </ac:spMkLst>
        </pc:spChg>
        <pc:picChg chg="add">
          <ac:chgData name="Renusree Nagari" userId="0fbbf4635a000193" providerId="LiveId" clId="{8B2EA753-9A3F-410C-8CD1-EA0F1091218C}" dt="2026-06-18T12:07:34.540" v="220" actId="22"/>
          <ac:picMkLst>
            <pc:docMk/>
            <pc:sldMk cId="1128745520" sldId="284"/>
            <ac:picMk id="5" creationId="{385F2587-326E-9AFC-6957-92E8B3A05A25}"/>
          </ac:picMkLst>
        </pc:picChg>
        <pc:picChg chg="add mod">
          <ac:chgData name="Renusree Nagari" userId="0fbbf4635a000193" providerId="LiveId" clId="{8B2EA753-9A3F-410C-8CD1-EA0F1091218C}" dt="2026-06-18T12:07:57.056" v="222" actId="14100"/>
          <ac:picMkLst>
            <pc:docMk/>
            <pc:sldMk cId="1128745520" sldId="284"/>
            <ac:picMk id="7" creationId="{15291BEB-BFFA-D0C1-3081-9894316C477B}"/>
          </ac:picMkLst>
        </pc:picChg>
      </pc:sldChg>
      <pc:sldChg chg="addSp delSp modSp new mod">
        <pc:chgData name="Renusree Nagari" userId="0fbbf4635a000193" providerId="LiveId" clId="{8B2EA753-9A3F-410C-8CD1-EA0F1091218C}" dt="2026-06-18T12:45:50.031" v="604" actId="1076"/>
        <pc:sldMkLst>
          <pc:docMk/>
          <pc:sldMk cId="3180523625" sldId="285"/>
        </pc:sldMkLst>
        <pc:picChg chg="add mod">
          <ac:chgData name="Renusree Nagari" userId="0fbbf4635a000193" providerId="LiveId" clId="{8B2EA753-9A3F-410C-8CD1-EA0F1091218C}" dt="2026-06-18T12:25:10.952" v="391" actId="1076"/>
          <ac:picMkLst>
            <pc:docMk/>
            <pc:sldMk cId="3180523625" sldId="285"/>
            <ac:picMk id="7" creationId="{7BA09405-43AA-0465-6D84-F4D4788986A8}"/>
          </ac:picMkLst>
        </pc:picChg>
        <pc:picChg chg="add mod">
          <ac:chgData name="Renusree Nagari" userId="0fbbf4635a000193" providerId="LiveId" clId="{8B2EA753-9A3F-410C-8CD1-EA0F1091218C}" dt="2026-06-18T12:25:19.836" v="393" actId="1076"/>
          <ac:picMkLst>
            <pc:docMk/>
            <pc:sldMk cId="3180523625" sldId="285"/>
            <ac:picMk id="9" creationId="{B01B4DE5-D13D-39A3-8077-610B1D544995}"/>
          </ac:picMkLst>
        </pc:picChg>
      </pc:sldChg>
      <pc:sldChg chg="addSp delSp modSp new mod">
        <pc:chgData name="Renusree Nagari" userId="0fbbf4635a000193" providerId="LiveId" clId="{8B2EA753-9A3F-410C-8CD1-EA0F1091218C}" dt="2026-06-18T12:43:40.347" v="577" actId="1076"/>
        <pc:sldMkLst>
          <pc:docMk/>
          <pc:sldMk cId="2380134046" sldId="286"/>
        </pc:sldMkLst>
        <pc:picChg chg="add mod">
          <ac:chgData name="Renusree Nagari" userId="0fbbf4635a000193" providerId="LiveId" clId="{8B2EA753-9A3F-410C-8CD1-EA0F1091218C}" dt="2026-06-18T12:27:33.783" v="404" actId="1076"/>
          <ac:picMkLst>
            <pc:docMk/>
            <pc:sldMk cId="2380134046" sldId="286"/>
            <ac:picMk id="5" creationId="{FC5D0FB5-4958-C32E-71B8-A6D175542523}"/>
          </ac:picMkLst>
        </pc:picChg>
        <pc:picChg chg="add mod">
          <ac:chgData name="Renusree Nagari" userId="0fbbf4635a000193" providerId="LiveId" clId="{8B2EA753-9A3F-410C-8CD1-EA0F1091218C}" dt="2026-06-18T12:27:39.038" v="405" actId="14100"/>
          <ac:picMkLst>
            <pc:docMk/>
            <pc:sldMk cId="2380134046" sldId="286"/>
            <ac:picMk id="7" creationId="{87020A99-7287-A3E3-654C-D587A8DFAD36}"/>
          </ac:picMkLst>
        </pc:picChg>
      </pc:sldChg>
    </pc:docChg>
  </pc:docChgLst>
  <pc:docChgLst>
    <pc:chgData name="Pranathi Ravuru" userId="c2ad5127868e685d" providerId="LiveId" clId="{77040211-5B12-4B20-8A2C-BCA35A3E781A}"/>
    <pc:docChg chg="undo custSel addSld delSld modSld sldOrd">
      <pc:chgData name="Pranathi Ravuru" userId="c2ad5127868e685d" providerId="LiveId" clId="{77040211-5B12-4B20-8A2C-BCA35A3E781A}" dt="2026-07-18T10:20:32.675" v="1237" actId="1076"/>
      <pc:docMkLst>
        <pc:docMk/>
      </pc:docMkLst>
      <pc:sldChg chg="delSp modSp mod">
        <pc:chgData name="Pranathi Ravuru" userId="c2ad5127868e685d" providerId="LiveId" clId="{77040211-5B12-4B20-8A2C-BCA35A3E781A}" dt="2026-07-18T07:08:13.853" v="95" actId="1076"/>
        <pc:sldMkLst>
          <pc:docMk/>
          <pc:sldMk cId="0" sldId="256"/>
        </pc:sldMkLst>
        <pc:spChg chg="mod">
          <ac:chgData name="Pranathi Ravuru" userId="c2ad5127868e685d" providerId="LiveId" clId="{77040211-5B12-4B20-8A2C-BCA35A3E781A}" dt="2026-07-18T07:06:45.333" v="42" actId="14100"/>
          <ac:spMkLst>
            <pc:docMk/>
            <pc:sldMk cId="0" sldId="256"/>
            <ac:spMk id="2" creationId="{00000000-0000-0000-0000-000000000000}"/>
          </ac:spMkLst>
        </pc:spChg>
        <pc:spChg chg="del">
          <ac:chgData name="Pranathi Ravuru" userId="c2ad5127868e685d" providerId="LiveId" clId="{77040211-5B12-4B20-8A2C-BCA35A3E781A}" dt="2026-07-18T07:07:39.097" v="87" actId="478"/>
          <ac:spMkLst>
            <pc:docMk/>
            <pc:sldMk cId="0" sldId="256"/>
            <ac:spMk id="4" creationId="{AD2B0202-CE46-B373-B9D0-FE13B9FE4857}"/>
          </ac:spMkLst>
        </pc:spChg>
        <pc:spChg chg="mod">
          <ac:chgData name="Pranathi Ravuru" userId="c2ad5127868e685d" providerId="LiveId" clId="{77040211-5B12-4B20-8A2C-BCA35A3E781A}" dt="2026-07-18T07:08:13.853" v="95" actId="1076"/>
          <ac:spMkLst>
            <pc:docMk/>
            <pc:sldMk cId="0" sldId="256"/>
            <ac:spMk id="8" creationId="{00000000-0000-0000-0000-000000000000}"/>
          </ac:spMkLst>
        </pc:spChg>
        <pc:spChg chg="mod">
          <ac:chgData name="Pranathi Ravuru" userId="c2ad5127868e685d" providerId="LiveId" clId="{77040211-5B12-4B20-8A2C-BCA35A3E781A}" dt="2026-07-18T07:08:04.445" v="94" actId="20577"/>
          <ac:spMkLst>
            <pc:docMk/>
            <pc:sldMk cId="0" sldId="256"/>
            <ac:spMk id="14" creationId="{00000000-0000-0000-0000-000000000000}"/>
          </ac:spMkLst>
        </pc:spChg>
      </pc:sldChg>
      <pc:sldChg chg="addSp delSp modSp mod">
        <pc:chgData name="Pranathi Ravuru" userId="c2ad5127868e685d" providerId="LiveId" clId="{77040211-5B12-4B20-8A2C-BCA35A3E781A}" dt="2026-07-18T07:11:55.522" v="155" actId="14100"/>
        <pc:sldMkLst>
          <pc:docMk/>
          <pc:sldMk cId="0" sldId="269"/>
        </pc:sldMkLst>
        <pc:spChg chg="del mod">
          <ac:chgData name="Pranathi Ravuru" userId="c2ad5127868e685d" providerId="LiveId" clId="{77040211-5B12-4B20-8A2C-BCA35A3E781A}" dt="2026-07-18T07:09:16.556" v="97" actId="478"/>
          <ac:spMkLst>
            <pc:docMk/>
            <pc:sldMk cId="0" sldId="269"/>
            <ac:spMk id="2" creationId="{00000000-0000-0000-0000-000000000000}"/>
          </ac:spMkLst>
        </pc:spChg>
        <pc:spChg chg="add del mod">
          <ac:chgData name="Pranathi Ravuru" userId="c2ad5127868e685d" providerId="LiveId" clId="{77040211-5B12-4B20-8A2C-BCA35A3E781A}" dt="2026-07-18T07:09:19.055" v="98" actId="478"/>
          <ac:spMkLst>
            <pc:docMk/>
            <pc:sldMk cId="0" sldId="269"/>
            <ac:spMk id="4" creationId="{C004EDA1-972E-DED4-634A-E49AA0A8E452}"/>
          </ac:spMkLst>
        </pc:spChg>
        <pc:spChg chg="del">
          <ac:chgData name="Pranathi Ravuru" userId="c2ad5127868e685d" providerId="LiveId" clId="{77040211-5B12-4B20-8A2C-BCA35A3E781A}" dt="2026-07-18T07:09:22.352" v="99" actId="478"/>
          <ac:spMkLst>
            <pc:docMk/>
            <pc:sldMk cId="0" sldId="269"/>
            <ac:spMk id="8" creationId="{EA615D59-1DA9-3FF7-EA03-CCF9444D87D5}"/>
          </ac:spMkLst>
        </pc:spChg>
        <pc:spChg chg="add mod">
          <ac:chgData name="Pranathi Ravuru" userId="c2ad5127868e685d" providerId="LiveId" clId="{77040211-5B12-4B20-8A2C-BCA35A3E781A}" dt="2026-07-18T07:11:55.522" v="155" actId="14100"/>
          <ac:spMkLst>
            <pc:docMk/>
            <pc:sldMk cId="0" sldId="269"/>
            <ac:spMk id="9" creationId="{FCBB7D11-A8AF-E511-86A6-645BBC2BB80E}"/>
          </ac:spMkLst>
        </pc:spChg>
        <pc:picChg chg="mod">
          <ac:chgData name="Pranathi Ravuru" userId="c2ad5127868e685d" providerId="LiveId" clId="{77040211-5B12-4B20-8A2C-BCA35A3E781A}" dt="2026-07-18T07:09:56.484" v="108" actId="14100"/>
          <ac:picMkLst>
            <pc:docMk/>
            <pc:sldMk cId="0" sldId="269"/>
            <ac:picMk id="5" creationId="{00000000-0000-0000-0000-000000000000}"/>
          </ac:picMkLst>
        </pc:picChg>
        <pc:picChg chg="mod">
          <ac:chgData name="Pranathi Ravuru" userId="c2ad5127868e685d" providerId="LiveId" clId="{77040211-5B12-4B20-8A2C-BCA35A3E781A}" dt="2026-07-18T07:09:34.380" v="103" actId="1076"/>
          <ac:picMkLst>
            <pc:docMk/>
            <pc:sldMk cId="0" sldId="269"/>
            <ac:picMk id="7" creationId="{00000000-0000-0000-0000-000000000000}"/>
          </ac:picMkLst>
        </pc:picChg>
      </pc:sldChg>
      <pc:sldChg chg="addSp modSp mod">
        <pc:chgData name="Pranathi Ravuru" userId="c2ad5127868e685d" providerId="LiveId" clId="{77040211-5B12-4B20-8A2C-BCA35A3E781A}" dt="2026-07-18T10:16:55.680" v="1196" actId="14100"/>
        <pc:sldMkLst>
          <pc:docMk/>
          <pc:sldMk cId="0" sldId="270"/>
        </pc:sldMkLst>
        <pc:spChg chg="mod">
          <ac:chgData name="Pranathi Ravuru" userId="c2ad5127868e685d" providerId="LiveId" clId="{77040211-5B12-4B20-8A2C-BCA35A3E781A}" dt="2026-07-18T10:08:19.353" v="1151" actId="1076"/>
          <ac:spMkLst>
            <pc:docMk/>
            <pc:sldMk cId="0" sldId="270"/>
            <ac:spMk id="3" creationId="{4F684AEF-AA6A-13CA-AF2D-392CA2D6C36E}"/>
          </ac:spMkLst>
        </pc:spChg>
        <pc:spChg chg="add mod">
          <ac:chgData name="Pranathi Ravuru" userId="c2ad5127868e685d" providerId="LiveId" clId="{77040211-5B12-4B20-8A2C-BCA35A3E781A}" dt="2026-07-18T08:21:18.038" v="662" actId="2710"/>
          <ac:spMkLst>
            <pc:docMk/>
            <pc:sldMk cId="0" sldId="270"/>
            <ac:spMk id="4" creationId="{0A836337-C9CF-6D50-5C3D-1C80F25BD6DE}"/>
          </ac:spMkLst>
        </pc:spChg>
        <pc:spChg chg="mod">
          <ac:chgData name="Pranathi Ravuru" userId="c2ad5127868e685d" providerId="LiveId" clId="{77040211-5B12-4B20-8A2C-BCA35A3E781A}" dt="2026-07-18T07:49:04.314" v="331" actId="113"/>
          <ac:spMkLst>
            <pc:docMk/>
            <pc:sldMk cId="0" sldId="270"/>
            <ac:spMk id="11" creationId="{E22654FE-406C-ABD0-0E52-2C7EDF41DBE8}"/>
          </ac:spMkLst>
        </pc:spChg>
        <pc:picChg chg="mod">
          <ac:chgData name="Pranathi Ravuru" userId="c2ad5127868e685d" providerId="LiveId" clId="{77040211-5B12-4B20-8A2C-BCA35A3E781A}" dt="2026-07-18T10:16:55.680" v="1196" actId="14100"/>
          <ac:picMkLst>
            <pc:docMk/>
            <pc:sldMk cId="0" sldId="270"/>
            <ac:picMk id="7" creationId="{00000000-0000-0000-0000-000000000000}"/>
          </ac:picMkLst>
        </pc:picChg>
        <pc:picChg chg="mod">
          <ac:chgData name="Pranathi Ravuru" userId="c2ad5127868e685d" providerId="LiveId" clId="{77040211-5B12-4B20-8A2C-BCA35A3E781A}" dt="2026-07-18T10:16:47.101" v="1194" actId="14100"/>
          <ac:picMkLst>
            <pc:docMk/>
            <pc:sldMk cId="0" sldId="270"/>
            <ac:picMk id="8" creationId="{00000000-0000-0000-0000-000000000000}"/>
          </ac:picMkLst>
        </pc:picChg>
      </pc:sldChg>
      <pc:sldChg chg="del">
        <pc:chgData name="Pranathi Ravuru" userId="c2ad5127868e685d" providerId="LiveId" clId="{77040211-5B12-4B20-8A2C-BCA35A3E781A}" dt="2026-07-18T08:21:45.129" v="667" actId="47"/>
        <pc:sldMkLst>
          <pc:docMk/>
          <pc:sldMk cId="0" sldId="273"/>
        </pc:sldMkLst>
      </pc:sldChg>
      <pc:sldChg chg="addSp modSp mod">
        <pc:chgData name="Pranathi Ravuru" userId="c2ad5127868e685d" providerId="LiveId" clId="{77040211-5B12-4B20-8A2C-BCA35A3E781A}" dt="2026-07-18T10:16:30.360" v="1189" actId="14100"/>
        <pc:sldMkLst>
          <pc:docMk/>
          <pc:sldMk cId="0" sldId="275"/>
        </pc:sldMkLst>
        <pc:spChg chg="mod">
          <ac:chgData name="Pranathi Ravuru" userId="c2ad5127868e685d" providerId="LiveId" clId="{77040211-5B12-4B20-8A2C-BCA35A3E781A}" dt="2026-07-18T07:35:28.698" v="195" actId="255"/>
          <ac:spMkLst>
            <pc:docMk/>
            <pc:sldMk cId="0" sldId="275"/>
            <ac:spMk id="2" creationId="{00000000-0000-0000-0000-000000000000}"/>
          </ac:spMkLst>
        </pc:spChg>
        <pc:spChg chg="mod">
          <ac:chgData name="Pranathi Ravuru" userId="c2ad5127868e685d" providerId="LiveId" clId="{77040211-5B12-4B20-8A2C-BCA35A3E781A}" dt="2026-07-18T07:47:24.121" v="328" actId="20577"/>
          <ac:spMkLst>
            <pc:docMk/>
            <pc:sldMk cId="0" sldId="275"/>
            <ac:spMk id="9" creationId="{55A22674-1B03-DC7D-1AC7-8D99ADA571BF}"/>
          </ac:spMkLst>
        </pc:spChg>
        <pc:picChg chg="add mod">
          <ac:chgData name="Pranathi Ravuru" userId="c2ad5127868e685d" providerId="LiveId" clId="{77040211-5B12-4B20-8A2C-BCA35A3E781A}" dt="2026-07-18T07:46:46.319" v="287" actId="27614"/>
          <ac:picMkLst>
            <pc:docMk/>
            <pc:sldMk cId="0" sldId="275"/>
            <ac:picMk id="4" creationId="{3D96760E-ACED-DF6D-D4FD-F9D43262942B}"/>
          </ac:picMkLst>
        </pc:picChg>
        <pc:picChg chg="mod">
          <ac:chgData name="Pranathi Ravuru" userId="c2ad5127868e685d" providerId="LiveId" clId="{77040211-5B12-4B20-8A2C-BCA35A3E781A}" dt="2026-07-18T10:16:26.436" v="1188" actId="14100"/>
          <ac:picMkLst>
            <pc:docMk/>
            <pc:sldMk cId="0" sldId="275"/>
            <ac:picMk id="5" creationId="{00000000-0000-0000-0000-000000000000}"/>
          </ac:picMkLst>
        </pc:picChg>
        <pc:picChg chg="mod">
          <ac:chgData name="Pranathi Ravuru" userId="c2ad5127868e685d" providerId="LiveId" clId="{77040211-5B12-4B20-8A2C-BCA35A3E781A}" dt="2026-07-18T10:16:30.360" v="1189" actId="14100"/>
          <ac:picMkLst>
            <pc:docMk/>
            <pc:sldMk cId="0" sldId="275"/>
            <ac:picMk id="6" creationId="{00000000-0000-0000-0000-000000000000}"/>
          </ac:picMkLst>
        </pc:picChg>
      </pc:sldChg>
      <pc:sldChg chg="addSp delSp modSp mod">
        <pc:chgData name="Pranathi Ravuru" userId="c2ad5127868e685d" providerId="LiveId" clId="{77040211-5B12-4B20-8A2C-BCA35A3E781A}" dt="2026-07-18T10:17:33.877" v="1204" actId="14100"/>
        <pc:sldMkLst>
          <pc:docMk/>
          <pc:sldMk cId="0" sldId="277"/>
        </pc:sldMkLst>
        <pc:spChg chg="add mod">
          <ac:chgData name="Pranathi Ravuru" userId="c2ad5127868e685d" providerId="LiveId" clId="{77040211-5B12-4B20-8A2C-BCA35A3E781A}" dt="2026-07-18T08:18:04.505" v="647" actId="1076"/>
          <ac:spMkLst>
            <pc:docMk/>
            <pc:sldMk cId="0" sldId="277"/>
            <ac:spMk id="3" creationId="{FD2C1EA4-DE5B-A09A-9573-34F481B9B3AB}"/>
          </ac:spMkLst>
        </pc:spChg>
        <pc:spChg chg="del">
          <ac:chgData name="Pranathi Ravuru" userId="c2ad5127868e685d" providerId="LiveId" clId="{77040211-5B12-4B20-8A2C-BCA35A3E781A}" dt="2026-07-18T08:13:29.074" v="591" actId="478"/>
          <ac:spMkLst>
            <pc:docMk/>
            <pc:sldMk cId="0" sldId="277"/>
            <ac:spMk id="8" creationId="{103BAC05-F00A-5593-1C8B-D37527FF58A0}"/>
          </ac:spMkLst>
        </pc:spChg>
        <pc:spChg chg="mod">
          <ac:chgData name="Pranathi Ravuru" userId="c2ad5127868e685d" providerId="LiveId" clId="{77040211-5B12-4B20-8A2C-BCA35A3E781A}" dt="2026-07-18T08:13:24.549" v="590" actId="1076"/>
          <ac:spMkLst>
            <pc:docMk/>
            <pc:sldMk cId="0" sldId="277"/>
            <ac:spMk id="10" creationId="{60037B83-D544-A4A2-69CE-B439CC5CA606}"/>
          </ac:spMkLst>
        </pc:spChg>
        <pc:picChg chg="mod">
          <ac:chgData name="Pranathi Ravuru" userId="c2ad5127868e685d" providerId="LiveId" clId="{77040211-5B12-4B20-8A2C-BCA35A3E781A}" dt="2026-07-18T10:17:27.324" v="1202" actId="14100"/>
          <ac:picMkLst>
            <pc:docMk/>
            <pc:sldMk cId="0" sldId="277"/>
            <ac:picMk id="5" creationId="{00000000-0000-0000-0000-000000000000}"/>
          </ac:picMkLst>
        </pc:picChg>
        <pc:picChg chg="mod">
          <ac:chgData name="Pranathi Ravuru" userId="c2ad5127868e685d" providerId="LiveId" clId="{77040211-5B12-4B20-8A2C-BCA35A3E781A}" dt="2026-07-18T10:17:33.877" v="1204" actId="14100"/>
          <ac:picMkLst>
            <pc:docMk/>
            <pc:sldMk cId="0" sldId="277"/>
            <ac:picMk id="6" creationId="{00000000-0000-0000-0000-000000000000}"/>
          </ac:picMkLst>
        </pc:picChg>
        <pc:picChg chg="add mod">
          <ac:chgData name="Pranathi Ravuru" userId="c2ad5127868e685d" providerId="LiveId" clId="{77040211-5B12-4B20-8A2C-BCA35A3E781A}" dt="2026-07-18T08:18:19.129" v="649" actId="1076"/>
          <ac:picMkLst>
            <pc:docMk/>
            <pc:sldMk cId="0" sldId="277"/>
            <ac:picMk id="7" creationId="{0E516B45-A273-3912-D1EF-78A315D7074D}"/>
          </ac:picMkLst>
        </pc:picChg>
      </pc:sldChg>
      <pc:sldChg chg="del">
        <pc:chgData name="Pranathi Ravuru" userId="c2ad5127868e685d" providerId="LiveId" clId="{77040211-5B12-4B20-8A2C-BCA35A3E781A}" dt="2026-07-18T08:21:42.474" v="663" actId="47"/>
        <pc:sldMkLst>
          <pc:docMk/>
          <pc:sldMk cId="0" sldId="280"/>
        </pc:sldMkLst>
      </pc:sldChg>
      <pc:sldChg chg="del">
        <pc:chgData name="Pranathi Ravuru" userId="c2ad5127868e685d" providerId="LiveId" clId="{77040211-5B12-4B20-8A2C-BCA35A3E781A}" dt="2026-07-18T08:21:43.281" v="664" actId="47"/>
        <pc:sldMkLst>
          <pc:docMk/>
          <pc:sldMk cId="3686419515" sldId="281"/>
        </pc:sldMkLst>
      </pc:sldChg>
      <pc:sldChg chg="del">
        <pc:chgData name="Pranathi Ravuru" userId="c2ad5127868e685d" providerId="LiveId" clId="{77040211-5B12-4B20-8A2C-BCA35A3E781A}" dt="2026-07-18T08:21:43.869" v="665" actId="47"/>
        <pc:sldMkLst>
          <pc:docMk/>
          <pc:sldMk cId="2040471988" sldId="282"/>
        </pc:sldMkLst>
      </pc:sldChg>
      <pc:sldChg chg="modSp mod">
        <pc:chgData name="Pranathi Ravuru" userId="c2ad5127868e685d" providerId="LiveId" clId="{77040211-5B12-4B20-8A2C-BCA35A3E781A}" dt="2026-07-18T10:16:20.427" v="1187" actId="14100"/>
        <pc:sldMkLst>
          <pc:docMk/>
          <pc:sldMk cId="1128745520" sldId="284"/>
        </pc:sldMkLst>
        <pc:spChg chg="mod">
          <ac:chgData name="Pranathi Ravuru" userId="c2ad5127868e685d" providerId="LiveId" clId="{77040211-5B12-4B20-8A2C-BCA35A3E781A}" dt="2026-07-18T07:57:22.590" v="400" actId="1076"/>
          <ac:spMkLst>
            <pc:docMk/>
            <pc:sldMk cId="1128745520" sldId="284"/>
            <ac:spMk id="9" creationId="{513755F1-6F58-9B2D-8021-A62081E23253}"/>
          </ac:spMkLst>
        </pc:spChg>
        <pc:spChg chg="mod">
          <ac:chgData name="Pranathi Ravuru" userId="c2ad5127868e685d" providerId="LiveId" clId="{77040211-5B12-4B20-8A2C-BCA35A3E781A}" dt="2026-07-18T07:15:01.089" v="175" actId="1076"/>
          <ac:spMkLst>
            <pc:docMk/>
            <pc:sldMk cId="1128745520" sldId="284"/>
            <ac:spMk id="11" creationId="{09083D00-1622-B773-9B7E-4A5C99EF1338}"/>
          </ac:spMkLst>
        </pc:spChg>
        <pc:picChg chg="mod">
          <ac:chgData name="Pranathi Ravuru" userId="c2ad5127868e685d" providerId="LiveId" clId="{77040211-5B12-4B20-8A2C-BCA35A3E781A}" dt="2026-07-18T10:16:12.815" v="1185" actId="14100"/>
          <ac:picMkLst>
            <pc:docMk/>
            <pc:sldMk cId="1128745520" sldId="284"/>
            <ac:picMk id="5" creationId="{385F2587-326E-9AFC-6957-92E8B3A05A25}"/>
          </ac:picMkLst>
        </pc:picChg>
        <pc:picChg chg="mod">
          <ac:chgData name="Pranathi Ravuru" userId="c2ad5127868e685d" providerId="LiveId" clId="{77040211-5B12-4B20-8A2C-BCA35A3E781A}" dt="2026-07-18T10:16:20.427" v="1187" actId="14100"/>
          <ac:picMkLst>
            <pc:docMk/>
            <pc:sldMk cId="1128745520" sldId="284"/>
            <ac:picMk id="7" creationId="{15291BEB-BFFA-D0C1-3081-9894316C477B}"/>
          </ac:picMkLst>
        </pc:picChg>
      </pc:sldChg>
      <pc:sldChg chg="addSp delSp modSp mod ord">
        <pc:chgData name="Pranathi Ravuru" userId="c2ad5127868e685d" providerId="LiveId" clId="{77040211-5B12-4B20-8A2C-BCA35A3E781A}" dt="2026-07-18T10:17:20.794" v="1201" actId="1076"/>
        <pc:sldMkLst>
          <pc:docMk/>
          <pc:sldMk cId="3180523625" sldId="285"/>
        </pc:sldMkLst>
        <pc:spChg chg="add mod">
          <ac:chgData name="Pranathi Ravuru" userId="c2ad5127868e685d" providerId="LiveId" clId="{77040211-5B12-4B20-8A2C-BCA35A3E781A}" dt="2026-07-18T07:56:40.572" v="395" actId="1076"/>
          <ac:spMkLst>
            <pc:docMk/>
            <pc:sldMk cId="3180523625" sldId="285"/>
            <ac:spMk id="3" creationId="{C7B482DF-C936-7A5C-0980-54832625D352}"/>
          </ac:spMkLst>
        </pc:spChg>
        <pc:spChg chg="del">
          <ac:chgData name="Pranathi Ravuru" userId="c2ad5127868e685d" providerId="LiveId" clId="{77040211-5B12-4B20-8A2C-BCA35A3E781A}" dt="2026-07-18T07:56:00.049" v="384" actId="478"/>
          <ac:spMkLst>
            <pc:docMk/>
            <pc:sldMk cId="3180523625" sldId="285"/>
            <ac:spMk id="5" creationId="{001CE86B-89E7-FFA0-6ADF-121CE3EE71CD}"/>
          </ac:spMkLst>
        </pc:spChg>
        <pc:spChg chg="add del">
          <ac:chgData name="Pranathi Ravuru" userId="c2ad5127868e685d" providerId="LiveId" clId="{77040211-5B12-4B20-8A2C-BCA35A3E781A}" dt="2026-07-18T08:01:17.307" v="416" actId="478"/>
          <ac:spMkLst>
            <pc:docMk/>
            <pc:sldMk cId="3180523625" sldId="285"/>
            <ac:spMk id="6" creationId="{D7269F2D-1E5F-EB32-CF2B-065F7ECD47DA}"/>
          </ac:spMkLst>
        </pc:spChg>
        <pc:spChg chg="add mod">
          <ac:chgData name="Pranathi Ravuru" userId="c2ad5127868e685d" providerId="LiveId" clId="{77040211-5B12-4B20-8A2C-BCA35A3E781A}" dt="2026-07-18T08:09:04.866" v="554" actId="1076"/>
          <ac:spMkLst>
            <pc:docMk/>
            <pc:sldMk cId="3180523625" sldId="285"/>
            <ac:spMk id="11" creationId="{72F9F596-1E8D-B899-1DA2-034F81BE756D}"/>
          </ac:spMkLst>
        </pc:spChg>
        <pc:graphicFrameChg chg="del modGraphic">
          <ac:chgData name="Pranathi Ravuru" userId="c2ad5127868e685d" providerId="LiveId" clId="{77040211-5B12-4B20-8A2C-BCA35A3E781A}" dt="2026-07-18T07:55:56.684" v="383" actId="478"/>
          <ac:graphicFrameMkLst>
            <pc:docMk/>
            <pc:sldMk cId="3180523625" sldId="285"/>
            <ac:graphicFrameMk id="10" creationId="{8DD599ED-6F23-81A8-9AE5-AF02C3FBE9D6}"/>
          </ac:graphicFrameMkLst>
        </pc:graphicFrameChg>
        <pc:picChg chg="mod">
          <ac:chgData name="Pranathi Ravuru" userId="c2ad5127868e685d" providerId="LiveId" clId="{77040211-5B12-4B20-8A2C-BCA35A3E781A}" dt="2026-07-18T10:17:13.788" v="1199" actId="14100"/>
          <ac:picMkLst>
            <pc:docMk/>
            <pc:sldMk cId="3180523625" sldId="285"/>
            <ac:picMk id="7" creationId="{7BA09405-43AA-0465-6D84-F4D4788986A8}"/>
          </ac:picMkLst>
        </pc:picChg>
        <pc:picChg chg="mod">
          <ac:chgData name="Pranathi Ravuru" userId="c2ad5127868e685d" providerId="LiveId" clId="{77040211-5B12-4B20-8A2C-BCA35A3E781A}" dt="2026-07-18T10:17:20.794" v="1201" actId="1076"/>
          <ac:picMkLst>
            <pc:docMk/>
            <pc:sldMk cId="3180523625" sldId="285"/>
            <ac:picMk id="9" creationId="{B01B4DE5-D13D-39A3-8077-610B1D544995}"/>
          </ac:picMkLst>
        </pc:picChg>
      </pc:sldChg>
      <pc:sldChg chg="addSp delSp modSp mod">
        <pc:chgData name="Pranathi Ravuru" userId="c2ad5127868e685d" providerId="LiveId" clId="{77040211-5B12-4B20-8A2C-BCA35A3E781A}" dt="2026-07-18T10:17:02.352" v="1197" actId="1076"/>
        <pc:sldMkLst>
          <pc:docMk/>
          <pc:sldMk cId="2380134046" sldId="286"/>
        </pc:sldMkLst>
        <pc:spChg chg="add mod">
          <ac:chgData name="Pranathi Ravuru" userId="c2ad5127868e685d" providerId="LiveId" clId="{77040211-5B12-4B20-8A2C-BCA35A3E781A}" dt="2026-07-18T07:55:05.160" v="381" actId="1076"/>
          <ac:spMkLst>
            <pc:docMk/>
            <pc:sldMk cId="2380134046" sldId="286"/>
            <ac:spMk id="3" creationId="{A119EEAE-6113-1082-9882-714F6C9D502A}"/>
          </ac:spMkLst>
        </pc:spChg>
        <pc:spChg chg="del">
          <ac:chgData name="Pranathi Ravuru" userId="c2ad5127868e685d" providerId="LiveId" clId="{77040211-5B12-4B20-8A2C-BCA35A3E781A}" dt="2026-07-18T07:52:36.049" v="358" actId="478"/>
          <ac:spMkLst>
            <pc:docMk/>
            <pc:sldMk cId="2380134046" sldId="286"/>
            <ac:spMk id="9" creationId="{F0C239B3-F674-F79C-C405-18B97184EF7C}"/>
          </ac:spMkLst>
        </pc:spChg>
        <pc:picChg chg="mod">
          <ac:chgData name="Pranathi Ravuru" userId="c2ad5127868e685d" providerId="LiveId" clId="{77040211-5B12-4B20-8A2C-BCA35A3E781A}" dt="2026-07-18T10:17:02.352" v="1197" actId="1076"/>
          <ac:picMkLst>
            <pc:docMk/>
            <pc:sldMk cId="2380134046" sldId="286"/>
            <ac:picMk id="7" creationId="{87020A99-7287-A3E3-654C-D587A8DFAD36}"/>
          </ac:picMkLst>
        </pc:picChg>
        <pc:picChg chg="del">
          <ac:chgData name="Pranathi Ravuru" userId="c2ad5127868e685d" providerId="LiveId" clId="{77040211-5B12-4B20-8A2C-BCA35A3E781A}" dt="2026-07-18T07:52:30.273" v="357" actId="478"/>
          <ac:picMkLst>
            <pc:docMk/>
            <pc:sldMk cId="2380134046" sldId="286"/>
            <ac:picMk id="11" creationId="{5D058F85-DE33-BF64-ACCE-C1192707B4C8}"/>
          </ac:picMkLst>
        </pc:picChg>
      </pc:sldChg>
      <pc:sldChg chg="del">
        <pc:chgData name="Pranathi Ravuru" userId="c2ad5127868e685d" providerId="LiveId" clId="{77040211-5B12-4B20-8A2C-BCA35A3E781A}" dt="2026-07-18T08:21:44.363" v="666" actId="47"/>
        <pc:sldMkLst>
          <pc:docMk/>
          <pc:sldMk cId="3548802450" sldId="287"/>
        </pc:sldMkLst>
      </pc:sldChg>
      <pc:sldChg chg="modSp add mod">
        <pc:chgData name="Pranathi Ravuru" userId="c2ad5127868e685d" providerId="LiveId" clId="{77040211-5B12-4B20-8A2C-BCA35A3E781A}" dt="2026-07-18T10:17:49.478" v="1209" actId="14100"/>
        <pc:sldMkLst>
          <pc:docMk/>
          <pc:sldMk cId="1319289846" sldId="288"/>
        </pc:sldMkLst>
        <pc:spChg chg="mod">
          <ac:chgData name="Pranathi Ravuru" userId="c2ad5127868e685d" providerId="LiveId" clId="{77040211-5B12-4B20-8A2C-BCA35A3E781A}" dt="2026-07-18T08:20:10.842" v="657" actId="1076"/>
          <ac:spMkLst>
            <pc:docMk/>
            <pc:sldMk cId="1319289846" sldId="288"/>
            <ac:spMk id="3" creationId="{BA0EA960-04B9-CB9C-D85E-DA02AB6D8160}"/>
          </ac:spMkLst>
        </pc:spChg>
        <pc:spChg chg="mod">
          <ac:chgData name="Pranathi Ravuru" userId="c2ad5127868e685d" providerId="LiveId" clId="{77040211-5B12-4B20-8A2C-BCA35A3E781A}" dt="2026-07-18T08:20:55.771" v="661" actId="2710"/>
          <ac:spMkLst>
            <pc:docMk/>
            <pc:sldMk cId="1319289846" sldId="288"/>
            <ac:spMk id="4" creationId="{01AC9322-0922-7F24-BE1C-6C3ED3C6AD08}"/>
          </ac:spMkLst>
        </pc:spChg>
        <pc:picChg chg="mod">
          <ac:chgData name="Pranathi Ravuru" userId="c2ad5127868e685d" providerId="LiveId" clId="{77040211-5B12-4B20-8A2C-BCA35A3E781A}" dt="2026-07-18T10:17:41.584" v="1206" actId="14100"/>
          <ac:picMkLst>
            <pc:docMk/>
            <pc:sldMk cId="1319289846" sldId="288"/>
            <ac:picMk id="7" creationId="{1CCA8304-691C-0B5E-2F03-11E5F0FEE2C0}"/>
          </ac:picMkLst>
        </pc:picChg>
        <pc:picChg chg="mod">
          <ac:chgData name="Pranathi Ravuru" userId="c2ad5127868e685d" providerId="LiveId" clId="{77040211-5B12-4B20-8A2C-BCA35A3E781A}" dt="2026-07-18T10:17:49.478" v="1209" actId="14100"/>
          <ac:picMkLst>
            <pc:docMk/>
            <pc:sldMk cId="1319289846" sldId="288"/>
            <ac:picMk id="8" creationId="{06C2388F-65D9-BD6A-4CC6-EF37AC76A5E7}"/>
          </ac:picMkLst>
        </pc:picChg>
      </pc:sldChg>
      <pc:sldChg chg="modSp add mod ord">
        <pc:chgData name="Pranathi Ravuru" userId="c2ad5127868e685d" providerId="LiveId" clId="{77040211-5B12-4B20-8A2C-BCA35A3E781A}" dt="2026-07-18T10:17:56.652" v="1210" actId="1076"/>
        <pc:sldMkLst>
          <pc:docMk/>
          <pc:sldMk cId="233686739" sldId="289"/>
        </pc:sldMkLst>
        <pc:spChg chg="mod">
          <ac:chgData name="Pranathi Ravuru" userId="c2ad5127868e685d" providerId="LiveId" clId="{77040211-5B12-4B20-8A2C-BCA35A3E781A}" dt="2026-07-18T08:23:09.205" v="709" actId="1036"/>
          <ac:spMkLst>
            <pc:docMk/>
            <pc:sldMk cId="233686739" sldId="289"/>
            <ac:spMk id="3" creationId="{6432B451-5304-F3DA-8EA7-8E7953E978A5}"/>
          </ac:spMkLst>
        </pc:spChg>
        <pc:picChg chg="mod">
          <ac:chgData name="Pranathi Ravuru" userId="c2ad5127868e685d" providerId="LiveId" clId="{77040211-5B12-4B20-8A2C-BCA35A3E781A}" dt="2026-07-18T10:17:56.652" v="1210" actId="1076"/>
          <ac:picMkLst>
            <pc:docMk/>
            <pc:sldMk cId="233686739" sldId="289"/>
            <ac:picMk id="7" creationId="{ACE70673-08B5-5594-7157-A0BE9602F907}"/>
          </ac:picMkLst>
        </pc:picChg>
      </pc:sldChg>
      <pc:sldChg chg="modSp add mod ord">
        <pc:chgData name="Pranathi Ravuru" userId="c2ad5127868e685d" providerId="LiveId" clId="{77040211-5B12-4B20-8A2C-BCA35A3E781A}" dt="2026-07-18T10:18:11.911" v="1213" actId="1076"/>
        <pc:sldMkLst>
          <pc:docMk/>
          <pc:sldMk cId="2543245837" sldId="290"/>
        </pc:sldMkLst>
        <pc:spChg chg="mod">
          <ac:chgData name="Pranathi Ravuru" userId="c2ad5127868e685d" providerId="LiveId" clId="{77040211-5B12-4B20-8A2C-BCA35A3E781A}" dt="2026-07-18T09:49:42.399" v="1041"/>
          <ac:spMkLst>
            <pc:docMk/>
            <pc:sldMk cId="2543245837" sldId="290"/>
            <ac:spMk id="3" creationId="{19396420-6A19-83C3-6E83-E4F1A69CBC57}"/>
          </ac:spMkLst>
        </pc:spChg>
        <pc:spChg chg="mod">
          <ac:chgData name="Pranathi Ravuru" userId="c2ad5127868e685d" providerId="LiveId" clId="{77040211-5B12-4B20-8A2C-BCA35A3E781A}" dt="2026-07-18T09:56:41.754" v="1078" actId="1076"/>
          <ac:spMkLst>
            <pc:docMk/>
            <pc:sldMk cId="2543245837" sldId="290"/>
            <ac:spMk id="11" creationId="{57D42F54-068B-8277-12D6-5CB473DFE674}"/>
          </ac:spMkLst>
        </pc:spChg>
        <pc:picChg chg="mod">
          <ac:chgData name="Pranathi Ravuru" userId="c2ad5127868e685d" providerId="LiveId" clId="{77040211-5B12-4B20-8A2C-BCA35A3E781A}" dt="2026-07-18T10:18:05.256" v="1211" actId="14100"/>
          <ac:picMkLst>
            <pc:docMk/>
            <pc:sldMk cId="2543245837" sldId="290"/>
            <ac:picMk id="7" creationId="{A979AA28-BCC7-520A-F6EB-1E724C5781A0}"/>
          </ac:picMkLst>
        </pc:picChg>
        <pc:picChg chg="mod">
          <ac:chgData name="Pranathi Ravuru" userId="c2ad5127868e685d" providerId="LiveId" clId="{77040211-5B12-4B20-8A2C-BCA35A3E781A}" dt="2026-07-18T10:18:11.911" v="1213" actId="1076"/>
          <ac:picMkLst>
            <pc:docMk/>
            <pc:sldMk cId="2543245837" sldId="290"/>
            <ac:picMk id="9" creationId="{1E4F743D-AA9D-7231-8241-9D751A52BA12}"/>
          </ac:picMkLst>
        </pc:picChg>
      </pc:sldChg>
      <pc:sldChg chg="addSp delSp modSp add mod ord">
        <pc:chgData name="Pranathi Ravuru" userId="c2ad5127868e685d" providerId="LiveId" clId="{77040211-5B12-4B20-8A2C-BCA35A3E781A}" dt="2026-07-18T10:18:19.784" v="1214" actId="14100"/>
        <pc:sldMkLst>
          <pc:docMk/>
          <pc:sldMk cId="3080537651" sldId="291"/>
        </pc:sldMkLst>
        <pc:spChg chg="mod">
          <ac:chgData name="Pranathi Ravuru" userId="c2ad5127868e685d" providerId="LiveId" clId="{77040211-5B12-4B20-8A2C-BCA35A3E781A}" dt="2026-07-18T08:33:40.756" v="726" actId="113"/>
          <ac:spMkLst>
            <pc:docMk/>
            <pc:sldMk cId="3080537651" sldId="291"/>
            <ac:spMk id="2" creationId="{C17426AA-CB36-D823-E4D9-F62510699D40}"/>
          </ac:spMkLst>
        </pc:spChg>
        <pc:spChg chg="mod">
          <ac:chgData name="Pranathi Ravuru" userId="c2ad5127868e685d" providerId="LiveId" clId="{77040211-5B12-4B20-8A2C-BCA35A3E781A}" dt="2026-07-18T08:36:32.975" v="745" actId="962"/>
          <ac:spMkLst>
            <pc:docMk/>
            <pc:sldMk cId="3080537651" sldId="291"/>
            <ac:spMk id="9" creationId="{4B5DF08C-1FF5-9236-8E96-0F23F5E8D1F1}"/>
          </ac:spMkLst>
        </pc:spChg>
        <pc:picChg chg="del">
          <ac:chgData name="Pranathi Ravuru" userId="c2ad5127868e685d" providerId="LiveId" clId="{77040211-5B12-4B20-8A2C-BCA35A3E781A}" dt="2026-07-18T08:35:13.879" v="737" actId="478"/>
          <ac:picMkLst>
            <pc:docMk/>
            <pc:sldMk cId="3080537651" sldId="291"/>
            <ac:picMk id="4" creationId="{CDB25F2D-11D1-2F67-A934-9633B302BA29}"/>
          </ac:picMkLst>
        </pc:picChg>
        <pc:picChg chg="mod">
          <ac:chgData name="Pranathi Ravuru" userId="c2ad5127868e685d" providerId="LiveId" clId="{77040211-5B12-4B20-8A2C-BCA35A3E781A}" dt="2026-07-18T10:18:19.784" v="1214" actId="14100"/>
          <ac:picMkLst>
            <pc:docMk/>
            <pc:sldMk cId="3080537651" sldId="291"/>
            <ac:picMk id="5" creationId="{90D763C7-E4D7-62D0-4124-DC35D0E075A1}"/>
          </ac:picMkLst>
        </pc:picChg>
        <pc:picChg chg="add mod">
          <ac:chgData name="Pranathi Ravuru" userId="c2ad5127868e685d" providerId="LiveId" clId="{77040211-5B12-4B20-8A2C-BCA35A3E781A}" dt="2026-07-18T08:36:36.277" v="746" actId="1076"/>
          <ac:picMkLst>
            <pc:docMk/>
            <pc:sldMk cId="3080537651" sldId="291"/>
            <ac:picMk id="7" creationId="{D2AEF66E-3436-BDE3-F65D-7ECAB61B9567}"/>
          </ac:picMkLst>
        </pc:picChg>
      </pc:sldChg>
      <pc:sldChg chg="modSp add mod ord">
        <pc:chgData name="Pranathi Ravuru" userId="c2ad5127868e685d" providerId="LiveId" clId="{77040211-5B12-4B20-8A2C-BCA35A3E781A}" dt="2026-07-18T10:18:37.490" v="1218" actId="14100"/>
        <pc:sldMkLst>
          <pc:docMk/>
          <pc:sldMk cId="1074180218" sldId="292"/>
        </pc:sldMkLst>
        <pc:spChg chg="mod">
          <ac:chgData name="Pranathi Ravuru" userId="c2ad5127868e685d" providerId="LiveId" clId="{77040211-5B12-4B20-8A2C-BCA35A3E781A}" dt="2026-07-18T09:00:19.136" v="768" actId="1076"/>
          <ac:spMkLst>
            <pc:docMk/>
            <pc:sldMk cId="1074180218" sldId="292"/>
            <ac:spMk id="3" creationId="{DA764A9A-12DA-9514-4C49-87B90879D711}"/>
          </ac:spMkLst>
        </pc:spChg>
        <pc:spChg chg="mod">
          <ac:chgData name="Pranathi Ravuru" userId="c2ad5127868e685d" providerId="LiveId" clId="{77040211-5B12-4B20-8A2C-BCA35A3E781A}" dt="2026-07-18T09:01:15.217" v="774" actId="1076"/>
          <ac:spMkLst>
            <pc:docMk/>
            <pc:sldMk cId="1074180218" sldId="292"/>
            <ac:spMk id="4" creationId="{03CF3AA7-E0B0-4513-31F4-FD1974D4624E}"/>
          </ac:spMkLst>
        </pc:spChg>
        <pc:picChg chg="mod">
          <ac:chgData name="Pranathi Ravuru" userId="c2ad5127868e685d" providerId="LiveId" clId="{77040211-5B12-4B20-8A2C-BCA35A3E781A}" dt="2026-07-18T10:18:31.345" v="1216" actId="14100"/>
          <ac:picMkLst>
            <pc:docMk/>
            <pc:sldMk cId="1074180218" sldId="292"/>
            <ac:picMk id="7" creationId="{91C09102-772A-6A19-46BD-62584FF155F7}"/>
          </ac:picMkLst>
        </pc:picChg>
        <pc:picChg chg="mod">
          <ac:chgData name="Pranathi Ravuru" userId="c2ad5127868e685d" providerId="LiveId" clId="{77040211-5B12-4B20-8A2C-BCA35A3E781A}" dt="2026-07-18T10:18:37.490" v="1218" actId="14100"/>
          <ac:picMkLst>
            <pc:docMk/>
            <pc:sldMk cId="1074180218" sldId="292"/>
            <ac:picMk id="8" creationId="{4AA687D1-9651-3CA6-2380-766675EF0517}"/>
          </ac:picMkLst>
        </pc:picChg>
      </pc:sldChg>
      <pc:sldChg chg="modSp add mod ord">
        <pc:chgData name="Pranathi Ravuru" userId="c2ad5127868e685d" providerId="LiveId" clId="{77040211-5B12-4B20-8A2C-BCA35A3E781A}" dt="2026-07-18T10:18:44.016" v="1219" actId="1076"/>
        <pc:sldMkLst>
          <pc:docMk/>
          <pc:sldMk cId="2324905639" sldId="293"/>
        </pc:sldMkLst>
        <pc:spChg chg="mod">
          <ac:chgData name="Pranathi Ravuru" userId="c2ad5127868e685d" providerId="LiveId" clId="{77040211-5B12-4B20-8A2C-BCA35A3E781A}" dt="2026-07-18T09:03:13.662" v="824" actId="1076"/>
          <ac:spMkLst>
            <pc:docMk/>
            <pc:sldMk cId="2324905639" sldId="293"/>
            <ac:spMk id="3" creationId="{C197D470-C690-3F82-56B5-791A51DF206A}"/>
          </ac:spMkLst>
        </pc:spChg>
        <pc:picChg chg="mod">
          <ac:chgData name="Pranathi Ravuru" userId="c2ad5127868e685d" providerId="LiveId" clId="{77040211-5B12-4B20-8A2C-BCA35A3E781A}" dt="2026-07-18T10:18:44.016" v="1219" actId="1076"/>
          <ac:picMkLst>
            <pc:docMk/>
            <pc:sldMk cId="2324905639" sldId="293"/>
            <ac:picMk id="7" creationId="{76BCDA3B-47BE-6C30-12C4-D03A0B7F14CB}"/>
          </ac:picMkLst>
        </pc:picChg>
      </pc:sldChg>
      <pc:sldChg chg="modSp add mod ord">
        <pc:chgData name="Pranathi Ravuru" userId="c2ad5127868e685d" providerId="LiveId" clId="{77040211-5B12-4B20-8A2C-BCA35A3E781A}" dt="2026-07-18T10:18:54.182" v="1221" actId="14100"/>
        <pc:sldMkLst>
          <pc:docMk/>
          <pc:sldMk cId="3626478388" sldId="294"/>
        </pc:sldMkLst>
        <pc:spChg chg="mod">
          <ac:chgData name="Pranathi Ravuru" userId="c2ad5127868e685d" providerId="LiveId" clId="{77040211-5B12-4B20-8A2C-BCA35A3E781A}" dt="2026-07-18T09:06:10.336" v="851" actId="14100"/>
          <ac:spMkLst>
            <pc:docMk/>
            <pc:sldMk cId="3626478388" sldId="294"/>
            <ac:spMk id="3" creationId="{7F8667DA-DD63-C69D-6149-FC0D1AE6CB70}"/>
          </ac:spMkLst>
        </pc:spChg>
        <pc:spChg chg="mod">
          <ac:chgData name="Pranathi Ravuru" userId="c2ad5127868e685d" providerId="LiveId" clId="{77040211-5B12-4B20-8A2C-BCA35A3E781A}" dt="2026-07-18T09:05:41.769" v="835" actId="1076"/>
          <ac:spMkLst>
            <pc:docMk/>
            <pc:sldMk cId="3626478388" sldId="294"/>
            <ac:spMk id="11" creationId="{B2F7D50F-DC15-1E58-EEDD-D6DE4151FF1A}"/>
          </ac:spMkLst>
        </pc:spChg>
        <pc:picChg chg="mod">
          <ac:chgData name="Pranathi Ravuru" userId="c2ad5127868e685d" providerId="LiveId" clId="{77040211-5B12-4B20-8A2C-BCA35A3E781A}" dt="2026-07-18T10:18:49.702" v="1220" actId="14100"/>
          <ac:picMkLst>
            <pc:docMk/>
            <pc:sldMk cId="3626478388" sldId="294"/>
            <ac:picMk id="7" creationId="{016DB5DB-61E7-E200-F124-42C84A58BB68}"/>
          </ac:picMkLst>
        </pc:picChg>
        <pc:picChg chg="mod">
          <ac:chgData name="Pranathi Ravuru" userId="c2ad5127868e685d" providerId="LiveId" clId="{77040211-5B12-4B20-8A2C-BCA35A3E781A}" dt="2026-07-18T10:18:54.182" v="1221" actId="14100"/>
          <ac:picMkLst>
            <pc:docMk/>
            <pc:sldMk cId="3626478388" sldId="294"/>
            <ac:picMk id="9" creationId="{41EA749D-C23E-9E51-5610-7795C4362940}"/>
          </ac:picMkLst>
        </pc:picChg>
      </pc:sldChg>
      <pc:sldChg chg="addSp delSp modSp add mod ord">
        <pc:chgData name="Pranathi Ravuru" userId="c2ad5127868e685d" providerId="LiveId" clId="{77040211-5B12-4B20-8A2C-BCA35A3E781A}" dt="2026-07-18T10:10:40.207" v="1157" actId="27614"/>
        <pc:sldMkLst>
          <pc:docMk/>
          <pc:sldMk cId="3478347172" sldId="295"/>
        </pc:sldMkLst>
        <pc:spChg chg="mod">
          <ac:chgData name="Pranathi Ravuru" userId="c2ad5127868e685d" providerId="LiveId" clId="{77040211-5B12-4B20-8A2C-BCA35A3E781A}" dt="2026-07-18T09:08:10.295" v="863" actId="1076"/>
          <ac:spMkLst>
            <pc:docMk/>
            <pc:sldMk cId="3478347172" sldId="295"/>
            <ac:spMk id="2" creationId="{6898CACC-A15F-1D83-4DC5-FFA677B393BD}"/>
          </ac:spMkLst>
        </pc:spChg>
        <pc:spChg chg="mod">
          <ac:chgData name="Pranathi Ravuru" userId="c2ad5127868e685d" providerId="LiveId" clId="{77040211-5B12-4B20-8A2C-BCA35A3E781A}" dt="2026-07-18T09:09:27.360" v="870" actId="1076"/>
          <ac:spMkLst>
            <pc:docMk/>
            <pc:sldMk cId="3478347172" sldId="295"/>
            <ac:spMk id="9" creationId="{35C4D5D3-D4EA-19BA-26EB-8BDE625B295F}"/>
          </ac:spMkLst>
        </pc:spChg>
        <pc:picChg chg="add mod">
          <ac:chgData name="Pranathi Ravuru" userId="c2ad5127868e685d" providerId="LiveId" clId="{77040211-5B12-4B20-8A2C-BCA35A3E781A}" dt="2026-07-18T10:10:40.207" v="1157" actId="27614"/>
          <ac:picMkLst>
            <pc:docMk/>
            <pc:sldMk cId="3478347172" sldId="295"/>
            <ac:picMk id="4" creationId="{75E54CA7-4021-3855-B9A1-C86F51CF7B7D}"/>
          </ac:picMkLst>
        </pc:picChg>
        <pc:picChg chg="del">
          <ac:chgData name="Pranathi Ravuru" userId="c2ad5127868e685d" providerId="LiveId" clId="{77040211-5B12-4B20-8A2C-BCA35A3E781A}" dt="2026-07-18T09:09:42.707" v="871" actId="478"/>
          <ac:picMkLst>
            <pc:docMk/>
            <pc:sldMk cId="3478347172" sldId="295"/>
            <ac:picMk id="7" creationId="{DD68319E-EAC6-32DC-3CB0-4D6FEDF18CA1}"/>
          </ac:picMkLst>
        </pc:picChg>
      </pc:sldChg>
      <pc:sldChg chg="addSp delSp modSp add mod ord">
        <pc:chgData name="Pranathi Ravuru" userId="c2ad5127868e685d" providerId="LiveId" clId="{77040211-5B12-4B20-8A2C-BCA35A3E781A}" dt="2026-07-18T10:19:21.632" v="1229" actId="1076"/>
        <pc:sldMkLst>
          <pc:docMk/>
          <pc:sldMk cId="1157410503" sldId="296"/>
        </pc:sldMkLst>
        <pc:spChg chg="add del mod">
          <ac:chgData name="Pranathi Ravuru" userId="c2ad5127868e685d" providerId="LiveId" clId="{77040211-5B12-4B20-8A2C-BCA35A3E781A}" dt="2026-07-18T09:11:54.542" v="876" actId="478"/>
          <ac:spMkLst>
            <pc:docMk/>
            <pc:sldMk cId="1157410503" sldId="296"/>
            <ac:spMk id="2" creationId="{FA551C27-E260-6E92-EC5A-76E7AC4843A0}"/>
          </ac:spMkLst>
        </pc:spChg>
        <pc:spChg chg="del">
          <ac:chgData name="Pranathi Ravuru" userId="c2ad5127868e685d" providerId="LiveId" clId="{77040211-5B12-4B20-8A2C-BCA35A3E781A}" dt="2026-07-18T09:11:51.252" v="875" actId="478"/>
          <ac:spMkLst>
            <pc:docMk/>
            <pc:sldMk cId="1157410503" sldId="296"/>
            <ac:spMk id="3" creationId="{A963BB28-5490-27AE-E739-9F0B4799FF68}"/>
          </ac:spMkLst>
        </pc:spChg>
        <pc:spChg chg="del">
          <ac:chgData name="Pranathi Ravuru" userId="c2ad5127868e685d" providerId="LiveId" clId="{77040211-5B12-4B20-8A2C-BCA35A3E781A}" dt="2026-07-18T09:11:58.935" v="877" actId="478"/>
          <ac:spMkLst>
            <pc:docMk/>
            <pc:sldMk cId="1157410503" sldId="296"/>
            <ac:spMk id="4" creationId="{3182B2CB-826F-CCC0-833A-701ACA7BB179}"/>
          </ac:spMkLst>
        </pc:spChg>
        <pc:spChg chg="add mod">
          <ac:chgData name="Pranathi Ravuru" userId="c2ad5127868e685d" providerId="LiveId" clId="{77040211-5B12-4B20-8A2C-BCA35A3E781A}" dt="2026-07-18T09:15:15.516" v="919" actId="20577"/>
          <ac:spMkLst>
            <pc:docMk/>
            <pc:sldMk cId="1157410503" sldId="296"/>
            <ac:spMk id="6" creationId="{012E8FFF-1A32-99AA-5F45-F4D2F06A9329}"/>
          </ac:spMkLst>
        </pc:spChg>
        <pc:spChg chg="mod">
          <ac:chgData name="Pranathi Ravuru" userId="c2ad5127868e685d" providerId="LiveId" clId="{77040211-5B12-4B20-8A2C-BCA35A3E781A}" dt="2026-07-18T09:15:24.803" v="920" actId="1076"/>
          <ac:spMkLst>
            <pc:docMk/>
            <pc:sldMk cId="1157410503" sldId="296"/>
            <ac:spMk id="11" creationId="{EC27F188-0E63-A6DE-7E5E-E67B2A5C82D7}"/>
          </ac:spMkLst>
        </pc:spChg>
        <pc:picChg chg="mod">
          <ac:chgData name="Pranathi Ravuru" userId="c2ad5127868e685d" providerId="LiveId" clId="{77040211-5B12-4B20-8A2C-BCA35A3E781A}" dt="2026-07-18T10:19:10.897" v="1226" actId="14100"/>
          <ac:picMkLst>
            <pc:docMk/>
            <pc:sldMk cId="1157410503" sldId="296"/>
            <ac:picMk id="7" creationId="{DC6C06B8-B599-5112-6A92-D02DF7C94A0A}"/>
          </ac:picMkLst>
        </pc:picChg>
        <pc:picChg chg="mod">
          <ac:chgData name="Pranathi Ravuru" userId="c2ad5127868e685d" providerId="LiveId" clId="{77040211-5B12-4B20-8A2C-BCA35A3E781A}" dt="2026-07-18T10:19:21.632" v="1229" actId="1076"/>
          <ac:picMkLst>
            <pc:docMk/>
            <pc:sldMk cId="1157410503" sldId="296"/>
            <ac:picMk id="8" creationId="{A6F71702-65FF-DE7D-2A13-8FAAEB04644F}"/>
          </ac:picMkLst>
        </pc:picChg>
      </pc:sldChg>
      <pc:sldChg chg="add del">
        <pc:chgData name="Pranathi Ravuru" userId="c2ad5127868e685d" providerId="LiveId" clId="{77040211-5B12-4B20-8A2C-BCA35A3E781A}" dt="2026-07-18T09:12:09.015" v="879" actId="47"/>
        <pc:sldMkLst>
          <pc:docMk/>
          <pc:sldMk cId="9320467" sldId="297"/>
        </pc:sldMkLst>
      </pc:sldChg>
      <pc:sldChg chg="modSp add mod ord">
        <pc:chgData name="Pranathi Ravuru" userId="c2ad5127868e685d" providerId="LiveId" clId="{77040211-5B12-4B20-8A2C-BCA35A3E781A}" dt="2026-07-18T10:19:28.962" v="1230" actId="1076"/>
        <pc:sldMkLst>
          <pc:docMk/>
          <pc:sldMk cId="757219753" sldId="297"/>
        </pc:sldMkLst>
        <pc:spChg chg="mod">
          <ac:chgData name="Pranathi Ravuru" userId="c2ad5127868e685d" providerId="LiveId" clId="{77040211-5B12-4B20-8A2C-BCA35A3E781A}" dt="2026-07-18T09:16:58.196" v="929" actId="1076"/>
          <ac:spMkLst>
            <pc:docMk/>
            <pc:sldMk cId="757219753" sldId="297"/>
            <ac:spMk id="3" creationId="{3F090EB3-74E9-3D69-E0BC-36E9B557C59D}"/>
          </ac:spMkLst>
        </pc:spChg>
        <pc:picChg chg="mod">
          <ac:chgData name="Pranathi Ravuru" userId="c2ad5127868e685d" providerId="LiveId" clId="{77040211-5B12-4B20-8A2C-BCA35A3E781A}" dt="2026-07-18T10:19:28.962" v="1230" actId="1076"/>
          <ac:picMkLst>
            <pc:docMk/>
            <pc:sldMk cId="757219753" sldId="297"/>
            <ac:picMk id="7" creationId="{7C8339EA-B815-AFD6-80E0-8D253DD741C6}"/>
          </ac:picMkLst>
        </pc:picChg>
      </pc:sldChg>
      <pc:sldChg chg="modSp add mod ord">
        <pc:chgData name="Pranathi Ravuru" userId="c2ad5127868e685d" providerId="LiveId" clId="{77040211-5B12-4B20-8A2C-BCA35A3E781A}" dt="2026-07-18T10:19:46.103" v="1233" actId="1076"/>
        <pc:sldMkLst>
          <pc:docMk/>
          <pc:sldMk cId="4203569141" sldId="298"/>
        </pc:sldMkLst>
        <pc:spChg chg="mod">
          <ac:chgData name="Pranathi Ravuru" userId="c2ad5127868e685d" providerId="LiveId" clId="{77040211-5B12-4B20-8A2C-BCA35A3E781A}" dt="2026-07-18T09:53:30.893" v="1068" actId="14100"/>
          <ac:spMkLst>
            <pc:docMk/>
            <pc:sldMk cId="4203569141" sldId="298"/>
            <ac:spMk id="3" creationId="{4EAD9188-A383-085D-6493-1ED2F1E25ED3}"/>
          </ac:spMkLst>
        </pc:spChg>
        <pc:spChg chg="mod">
          <ac:chgData name="Pranathi Ravuru" userId="c2ad5127868e685d" providerId="LiveId" clId="{77040211-5B12-4B20-8A2C-BCA35A3E781A}" dt="2026-07-18T09:53:05.782" v="1054" actId="1076"/>
          <ac:spMkLst>
            <pc:docMk/>
            <pc:sldMk cId="4203569141" sldId="298"/>
            <ac:spMk id="11" creationId="{6E2140BB-3DDC-5F39-C3EE-E00F112F27D3}"/>
          </ac:spMkLst>
        </pc:spChg>
        <pc:picChg chg="mod">
          <ac:chgData name="Pranathi Ravuru" userId="c2ad5127868e685d" providerId="LiveId" clId="{77040211-5B12-4B20-8A2C-BCA35A3E781A}" dt="2026-07-18T10:19:40.193" v="1231" actId="14100"/>
          <ac:picMkLst>
            <pc:docMk/>
            <pc:sldMk cId="4203569141" sldId="298"/>
            <ac:picMk id="7" creationId="{BA2E4590-5292-FB17-BFC1-991688B8CA2B}"/>
          </ac:picMkLst>
        </pc:picChg>
        <pc:picChg chg="mod">
          <ac:chgData name="Pranathi Ravuru" userId="c2ad5127868e685d" providerId="LiveId" clId="{77040211-5B12-4B20-8A2C-BCA35A3E781A}" dt="2026-07-18T10:19:46.103" v="1233" actId="1076"/>
          <ac:picMkLst>
            <pc:docMk/>
            <pc:sldMk cId="4203569141" sldId="298"/>
            <ac:picMk id="9" creationId="{58AB97D5-BAF0-C254-16AF-EE6B5D09D580}"/>
          </ac:picMkLst>
        </pc:picChg>
      </pc:sldChg>
      <pc:sldChg chg="modSp add mod">
        <pc:chgData name="Pranathi Ravuru" userId="c2ad5127868e685d" providerId="LiveId" clId="{77040211-5B12-4B20-8A2C-BCA35A3E781A}" dt="2026-07-18T10:19:59.486" v="1235" actId="14100"/>
        <pc:sldMkLst>
          <pc:docMk/>
          <pc:sldMk cId="3291458552" sldId="299"/>
        </pc:sldMkLst>
        <pc:spChg chg="mod">
          <ac:chgData name="Pranathi Ravuru" userId="c2ad5127868e685d" providerId="LiveId" clId="{77040211-5B12-4B20-8A2C-BCA35A3E781A}" dt="2026-07-18T10:00:21.276" v="1101" actId="20577"/>
          <ac:spMkLst>
            <pc:docMk/>
            <pc:sldMk cId="3291458552" sldId="299"/>
            <ac:spMk id="3" creationId="{96167867-49A4-8277-9F00-A6F10FF8AAD7}"/>
          </ac:spMkLst>
        </pc:spChg>
        <pc:spChg chg="mod">
          <ac:chgData name="Pranathi Ravuru" userId="c2ad5127868e685d" providerId="LiveId" clId="{77040211-5B12-4B20-8A2C-BCA35A3E781A}" dt="2026-07-18T10:00:09.564" v="1095" actId="14100"/>
          <ac:spMkLst>
            <pc:docMk/>
            <pc:sldMk cId="3291458552" sldId="299"/>
            <ac:spMk id="11" creationId="{7C517362-6200-488E-12F4-1FFB6315E5A4}"/>
          </ac:spMkLst>
        </pc:spChg>
        <pc:picChg chg="mod">
          <ac:chgData name="Pranathi Ravuru" userId="c2ad5127868e685d" providerId="LiveId" clId="{77040211-5B12-4B20-8A2C-BCA35A3E781A}" dt="2026-07-18T10:19:56.037" v="1234" actId="14100"/>
          <ac:picMkLst>
            <pc:docMk/>
            <pc:sldMk cId="3291458552" sldId="299"/>
            <ac:picMk id="7" creationId="{C0E41D67-B59F-A325-027A-AE4482D3480C}"/>
          </ac:picMkLst>
        </pc:picChg>
        <pc:picChg chg="mod">
          <ac:chgData name="Pranathi Ravuru" userId="c2ad5127868e685d" providerId="LiveId" clId="{77040211-5B12-4B20-8A2C-BCA35A3E781A}" dt="2026-07-18T10:19:59.486" v="1235" actId="14100"/>
          <ac:picMkLst>
            <pc:docMk/>
            <pc:sldMk cId="3291458552" sldId="299"/>
            <ac:picMk id="9" creationId="{AC68BFB7-4055-AFC5-D482-ECFFD1087B3B}"/>
          </ac:picMkLst>
        </pc:picChg>
      </pc:sldChg>
      <pc:sldChg chg="add del">
        <pc:chgData name="Pranathi Ravuru" userId="c2ad5127868e685d" providerId="LiveId" clId="{77040211-5B12-4B20-8A2C-BCA35A3E781A}" dt="2026-07-18T09:58:57.115" v="1081" actId="47"/>
        <pc:sldMkLst>
          <pc:docMk/>
          <pc:sldMk cId="988810150" sldId="300"/>
        </pc:sldMkLst>
      </pc:sldChg>
      <pc:sldChg chg="addSp delSp modSp add mod ord">
        <pc:chgData name="Pranathi Ravuru" userId="c2ad5127868e685d" providerId="LiveId" clId="{77040211-5B12-4B20-8A2C-BCA35A3E781A}" dt="2026-07-18T10:20:32.675" v="1237" actId="1076"/>
        <pc:sldMkLst>
          <pc:docMk/>
          <pc:sldMk cId="1138914449" sldId="300"/>
        </pc:sldMkLst>
        <pc:spChg chg="del mod">
          <ac:chgData name="Pranathi Ravuru" userId="c2ad5127868e685d" providerId="LiveId" clId="{77040211-5B12-4B20-8A2C-BCA35A3E781A}" dt="2026-07-18T10:01:37.378" v="1108"/>
          <ac:spMkLst>
            <pc:docMk/>
            <pc:sldMk cId="1138914449" sldId="300"/>
            <ac:spMk id="3" creationId="{6BC52EAF-404A-3698-ED2F-E3CB2D37313B}"/>
          </ac:spMkLst>
        </pc:spChg>
        <pc:spChg chg="add mod">
          <ac:chgData name="Pranathi Ravuru" userId="c2ad5127868e685d" providerId="LiveId" clId="{77040211-5B12-4B20-8A2C-BCA35A3E781A}" dt="2026-07-18T10:02:08.100" v="1114" actId="1076"/>
          <ac:spMkLst>
            <pc:docMk/>
            <pc:sldMk cId="1138914449" sldId="300"/>
            <ac:spMk id="4" creationId="{96F530AD-BFF6-B0F3-38DE-07F89E8A0A26}"/>
          </ac:spMkLst>
        </pc:spChg>
        <pc:spChg chg="add mod">
          <ac:chgData name="Pranathi Ravuru" userId="c2ad5127868e685d" providerId="LiveId" clId="{77040211-5B12-4B20-8A2C-BCA35A3E781A}" dt="2026-07-18T10:06:46.992" v="1150" actId="1076"/>
          <ac:spMkLst>
            <pc:docMk/>
            <pc:sldMk cId="1138914449" sldId="300"/>
            <ac:spMk id="9" creationId="{FC4FD489-0CB2-D19F-467C-4924ED6CFF16}"/>
          </ac:spMkLst>
        </pc:spChg>
        <pc:graphicFrameChg chg="add mod modGraphic">
          <ac:chgData name="Pranathi Ravuru" userId="c2ad5127868e685d" providerId="LiveId" clId="{77040211-5B12-4B20-8A2C-BCA35A3E781A}" dt="2026-07-18T10:04:48.242" v="1128" actId="1076"/>
          <ac:graphicFrameMkLst>
            <pc:docMk/>
            <pc:sldMk cId="1138914449" sldId="300"/>
            <ac:graphicFrameMk id="6" creationId="{C0ADFE65-C95E-59FF-5428-93C277124E85}"/>
          </ac:graphicFrameMkLst>
        </pc:graphicFrameChg>
        <pc:picChg chg="mod">
          <ac:chgData name="Pranathi Ravuru" userId="c2ad5127868e685d" providerId="LiveId" clId="{77040211-5B12-4B20-8A2C-BCA35A3E781A}" dt="2026-07-18T10:20:32.675" v="1237" actId="1076"/>
          <ac:picMkLst>
            <pc:docMk/>
            <pc:sldMk cId="1138914449" sldId="300"/>
            <ac:picMk id="7" creationId="{DADC95DD-417B-8316-E535-A8CFD9BE658C}"/>
          </ac:picMkLst>
        </pc:picChg>
      </pc:sldChg>
      <pc:sldChg chg="add del">
        <pc:chgData name="Pranathi Ravuru" userId="c2ad5127868e685d" providerId="LiveId" clId="{77040211-5B12-4B20-8A2C-BCA35A3E781A}" dt="2026-07-18T10:01:42.121" v="1109" actId="47"/>
        <pc:sldMkLst>
          <pc:docMk/>
          <pc:sldMk cId="1406803991" sldId="301"/>
        </pc:sldMkLst>
      </pc:sldChg>
      <pc:sldChg chg="addSp modSp new mod">
        <pc:chgData name="Pranathi Ravuru" userId="c2ad5127868e685d" providerId="LiveId" clId="{77040211-5B12-4B20-8A2C-BCA35A3E781A}" dt="2026-07-18T10:12:08.748" v="1174" actId="1076"/>
        <pc:sldMkLst>
          <pc:docMk/>
          <pc:sldMk cId="3030604295" sldId="301"/>
        </pc:sldMkLst>
        <pc:picChg chg="add mod">
          <ac:chgData name="Pranathi Ravuru" userId="c2ad5127868e685d" providerId="LiveId" clId="{77040211-5B12-4B20-8A2C-BCA35A3E781A}" dt="2026-07-18T10:12:08.748" v="1174" actId="1076"/>
          <ac:picMkLst>
            <pc:docMk/>
            <pc:sldMk cId="3030604295" sldId="301"/>
            <ac:picMk id="3" creationId="{662243C1-F495-0BDB-7604-C71B2EA0873B}"/>
          </ac:picMkLst>
        </pc:picChg>
        <pc:picChg chg="add mod">
          <ac:chgData name="Pranathi Ravuru" userId="c2ad5127868e685d" providerId="LiveId" clId="{77040211-5B12-4B20-8A2C-BCA35A3E781A}" dt="2026-07-18T10:11:55.007" v="1168" actId="27614"/>
          <ac:picMkLst>
            <pc:docMk/>
            <pc:sldMk cId="3030604295" sldId="301"/>
            <ac:picMk id="5" creationId="{5B4EC4C6-C63F-5CE1-9F5D-38CF4A0C87B9}"/>
          </ac:picMkLst>
        </pc:picChg>
        <pc:picChg chg="add mod">
          <ac:chgData name="Pranathi Ravuru" userId="c2ad5127868e685d" providerId="LiveId" clId="{77040211-5B12-4B20-8A2C-BCA35A3E781A}" dt="2026-07-18T10:12:04.876" v="1172" actId="27614"/>
          <ac:picMkLst>
            <pc:docMk/>
            <pc:sldMk cId="3030604295" sldId="301"/>
            <ac:picMk id="7" creationId="{5C36A902-BEF6-F81F-3901-392FEB6580E4}"/>
          </ac:picMkLst>
        </pc:picChg>
      </pc:sldChg>
      <pc:sldChg chg="addSp delSp modSp new mod">
        <pc:chgData name="Pranathi Ravuru" userId="c2ad5127868e685d" providerId="LiveId" clId="{77040211-5B12-4B20-8A2C-BCA35A3E781A}" dt="2026-07-18T10:15:35.088" v="1184" actId="1076"/>
        <pc:sldMkLst>
          <pc:docMk/>
          <pc:sldMk cId="523624989" sldId="302"/>
        </pc:sldMkLst>
        <pc:spChg chg="del">
          <ac:chgData name="Pranathi Ravuru" userId="c2ad5127868e685d" providerId="LiveId" clId="{77040211-5B12-4B20-8A2C-BCA35A3E781A}" dt="2026-07-18T10:12:35.996" v="1177" actId="478"/>
          <ac:spMkLst>
            <pc:docMk/>
            <pc:sldMk cId="523624989" sldId="302"/>
            <ac:spMk id="2" creationId="{61F23B83-CCD4-3390-1DCF-10DCAEC73151}"/>
          </ac:spMkLst>
        </pc:spChg>
        <pc:spChg chg="del">
          <ac:chgData name="Pranathi Ravuru" userId="c2ad5127868e685d" providerId="LiveId" clId="{77040211-5B12-4B20-8A2C-BCA35A3E781A}" dt="2026-07-18T10:12:30.243" v="1176" actId="478"/>
          <ac:spMkLst>
            <pc:docMk/>
            <pc:sldMk cId="523624989" sldId="302"/>
            <ac:spMk id="3" creationId="{EB7F2346-CBBD-2B88-1DA8-B1A222626C9B}"/>
          </ac:spMkLst>
        </pc:spChg>
        <pc:picChg chg="add mod">
          <ac:chgData name="Pranathi Ravuru" userId="c2ad5127868e685d" providerId="LiveId" clId="{77040211-5B12-4B20-8A2C-BCA35A3E781A}" dt="2026-07-18T10:15:35.088" v="1184" actId="1076"/>
          <ac:picMkLst>
            <pc:docMk/>
            <pc:sldMk cId="523624989" sldId="302"/>
            <ac:picMk id="5" creationId="{5D61035F-4C6B-937D-2315-C9E289003C3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7/18/2026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7/18/2026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7/18/2026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7/18/2026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2"/>
          <p:cNvGrpSpPr/>
          <p:nvPr/>
        </p:nvGrpSpPr>
        <p:grpSpPr>
          <a:xfrm>
            <a:off x="800100" y="386696"/>
            <a:ext cx="16687800" cy="1778707"/>
            <a:chOff x="0" y="0"/>
            <a:chExt cx="14478000" cy="2219262"/>
          </a:xfrm>
        </p:grpSpPr>
        <p:sp>
          <p:nvSpPr>
            <p:cNvPr id="13" name="Freeform 13" descr="SSE-Computer Science and Engineering"/>
            <p:cNvSpPr/>
            <p:nvPr/>
          </p:nvSpPr>
          <p:spPr>
            <a:xfrm>
              <a:off x="0" y="0"/>
              <a:ext cx="14478000" cy="2219198"/>
            </a:xfrm>
            <a:custGeom>
              <a:avLst/>
              <a:gdLst/>
              <a:ahLst/>
              <a:cxnLst/>
              <a:rect l="l" t="t" r="r" b="b"/>
              <a:pathLst>
                <a:path w="14478000" h="2219198">
                  <a:moveTo>
                    <a:pt x="0" y="0"/>
                  </a:moveTo>
                  <a:lnTo>
                    <a:pt x="14478000" y="0"/>
                  </a:lnTo>
                  <a:lnTo>
                    <a:pt x="14478000" y="2219198"/>
                  </a:lnTo>
                  <a:lnTo>
                    <a:pt x="0" y="2219198"/>
                  </a:lnTo>
                  <a:lnTo>
                    <a:pt x="0" y="0"/>
                  </a:lnTo>
                  <a:close/>
                </a:path>
              </a:pathLst>
            </a:custGeom>
            <a:blipFill>
              <a:blip r:embed="rId2"/>
              <a:stretch>
                <a:fillRect t="-111" b="-113"/>
              </a:stretch>
            </a:blipFill>
          </p:spPr>
          <p:txBody>
            <a:bodyPr/>
            <a:lstStyle/>
            <a:p>
              <a:endParaRPr lang="en-IN"/>
            </a:p>
          </p:txBody>
        </p:sp>
      </p:grpSp>
      <p:sp>
        <p:nvSpPr>
          <p:cNvPr id="14" name="TextBox 14"/>
          <p:cNvSpPr txBox="1"/>
          <p:nvPr/>
        </p:nvSpPr>
        <p:spPr>
          <a:xfrm>
            <a:off x="11811000" y="6942761"/>
            <a:ext cx="4114800" cy="1302023"/>
          </a:xfrm>
          <a:prstGeom prst="rect">
            <a:avLst/>
          </a:prstGeom>
        </p:spPr>
        <p:txBody>
          <a:bodyPr wrap="square" lIns="0" tIns="0" rIns="0" bIns="0" rtlCol="0" anchor="t">
            <a:spAutoFit/>
          </a:bodyPr>
          <a:lstStyle/>
          <a:p>
            <a:pPr algn="l">
              <a:lnSpc>
                <a:spcPct val="150000"/>
              </a:lnSpc>
            </a:pPr>
            <a:r>
              <a:rPr lang="en-IN" altLang="en-US" sz="3000" b="1" dirty="0">
                <a:latin typeface="Times New Roman" panose="02020603050405020304" pitchFamily="18" charset="0"/>
                <a:ea typeface="Cooper BT Bold" panose="0208080404030B020404"/>
                <a:cs typeface="Times New Roman" panose="02020603050405020304" pitchFamily="18" charset="0"/>
                <a:sym typeface="Cooper BT Bold" panose="0208080404030B020404"/>
              </a:rPr>
              <a:t>PRESENTED BY :</a:t>
            </a:r>
            <a:endParaRPr lang="en-IN" altLang="en-US" sz="3200" b="1" dirty="0">
              <a:solidFill>
                <a:srgbClr val="002060"/>
              </a:solidFill>
              <a:latin typeface="Times New Roman" panose="02020603050405020304" pitchFamily="18" charset="0"/>
              <a:ea typeface="Cooper BT Bold" panose="0208080404030B020404"/>
              <a:cs typeface="Times New Roman" panose="02020603050405020304" pitchFamily="18" charset="0"/>
              <a:sym typeface="Cooper BT Bold" panose="0208080404030B020404"/>
            </a:endParaRPr>
          </a:p>
          <a:p>
            <a:pPr>
              <a:lnSpc>
                <a:spcPct val="150000"/>
              </a:lnSpc>
            </a:pPr>
            <a:r>
              <a:rPr lang="en-US" sz="3000" b="1" dirty="0">
                <a:latin typeface="Times New Roman" panose="02020603050405020304" pitchFamily="18" charset="0"/>
                <a:ea typeface="Cooper BT Bold" panose="0208080404030B020404"/>
                <a:cs typeface="Times New Roman" panose="02020603050405020304" pitchFamily="18" charset="0"/>
                <a:sym typeface="Cooper BT Bold" panose="0208080404030B020404"/>
              </a:rPr>
              <a:t>R. Pranathi(192525076)</a:t>
            </a:r>
          </a:p>
        </p:txBody>
      </p:sp>
      <p:sp>
        <p:nvSpPr>
          <p:cNvPr id="16" name="TextBox 16"/>
          <p:cNvSpPr txBox="1"/>
          <p:nvPr/>
        </p:nvSpPr>
        <p:spPr>
          <a:xfrm>
            <a:off x="2077085" y="4686300"/>
            <a:ext cx="14909800" cy="1109345"/>
          </a:xfrm>
          <a:prstGeom prst="rect">
            <a:avLst/>
          </a:prstGeom>
        </p:spPr>
        <p:txBody>
          <a:bodyPr wrap="square" lIns="0" tIns="0" rIns="0" bIns="0" rtlCol="0" anchor="t">
            <a:noAutofit/>
          </a:bodyPr>
          <a:lstStyle/>
          <a:p>
            <a:pPr algn="ctr">
              <a:lnSpc>
                <a:spcPct val="100000"/>
              </a:lnSpc>
            </a:pPr>
            <a:endParaRPr lang="en-GB" sz="4400" b="1" dirty="0">
              <a:latin typeface="Aptos" panose="020B0004020202020204" pitchFamily="34" charset="0"/>
              <a:ea typeface="Cooper BT Bold" panose="0208080404030B020404"/>
              <a:cs typeface="Times New Roman" panose="02020603050405020304" pitchFamily="18" charset="0"/>
              <a:sym typeface="+mn-ea"/>
            </a:endParaRPr>
          </a:p>
        </p:txBody>
      </p:sp>
      <p:sp>
        <p:nvSpPr>
          <p:cNvPr id="8" name="TextBox 7"/>
          <p:cNvSpPr txBox="1"/>
          <p:nvPr/>
        </p:nvSpPr>
        <p:spPr>
          <a:xfrm>
            <a:off x="2865608" y="2806594"/>
            <a:ext cx="13128284" cy="769441"/>
          </a:xfrm>
          <a:prstGeom prst="rect">
            <a:avLst/>
          </a:prstGeom>
          <a:noFill/>
        </p:spPr>
        <p:txBody>
          <a:bodyPr wrap="square">
            <a:spAutoFit/>
          </a:bodyPr>
          <a:lstStyle/>
          <a:p>
            <a:pPr algn="ctr"/>
            <a:r>
              <a:rPr lang="en-GB" altLang="en-US" sz="4400" b="1" dirty="0">
                <a:latin typeface="Times New Roman" panose="02020603050405020304" pitchFamily="18" charset="0"/>
                <a:cs typeface="Times New Roman" panose="02020603050405020304" pitchFamily="18" charset="0"/>
              </a:rPr>
              <a:t>CO1-AT3-TECHNICAL PRESENTATION</a:t>
            </a:r>
            <a:endParaRPr lang="en-IN" altLang="en-US" sz="44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610101" y="4697254"/>
            <a:ext cx="9639299" cy="707886"/>
          </a:xfrm>
          <a:prstGeom prst="rect">
            <a:avLst/>
          </a:prstGeom>
          <a:noFill/>
        </p:spPr>
        <p:txBody>
          <a:bodyPr wrap="square" rtlCol="0">
            <a:spAutoFit/>
          </a:bodyPr>
          <a:lstStyle/>
          <a:p>
            <a:r>
              <a:rPr lang="en-GB" altLang="en-US" sz="4000" b="1" dirty="0">
                <a:latin typeface="Times New Roman" panose="02020603050405020304" pitchFamily="18" charset="0"/>
                <a:cs typeface="Times New Roman" panose="02020603050405020304" pitchFamily="18" charset="0"/>
              </a:rPr>
              <a:t>CSA0504 : Database Management Systems</a:t>
            </a:r>
            <a:endParaRPr lang="en-IN" altLang="en-US" sz="4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383000" y="0"/>
            <a:ext cx="1905000" cy="1801327"/>
          </a:xfrm>
          <a:prstGeom prst="rect">
            <a:avLst/>
          </a:prstGeom>
        </p:spPr>
      </p:pic>
      <p:pic>
        <p:nvPicPr>
          <p:cNvPr id="7" name="Picture 6"/>
          <p:cNvPicPr>
            <a:picLocks noChangeAspect="1"/>
          </p:cNvPicPr>
          <p:nvPr/>
        </p:nvPicPr>
        <p:blipFill>
          <a:blip r:embed="rId3"/>
          <a:stretch>
            <a:fillRect/>
          </a:stretch>
        </p:blipFill>
        <p:spPr>
          <a:xfrm>
            <a:off x="0" y="0"/>
            <a:ext cx="1666407" cy="1852945"/>
          </a:xfrm>
          <a:prstGeom prst="rect">
            <a:avLst/>
          </a:prstGeom>
        </p:spPr>
      </p:pic>
      <p:sp>
        <p:nvSpPr>
          <p:cNvPr id="9" name="TextBox 8">
            <a:extLst>
              <a:ext uri="{FF2B5EF4-FFF2-40B4-BE49-F238E27FC236}">
                <a16:creationId xmlns:a16="http://schemas.microsoft.com/office/drawing/2014/main" id="{FCBB7D11-A8AF-E511-86A6-645BBC2BB80E}"/>
              </a:ext>
            </a:extLst>
          </p:cNvPr>
          <p:cNvSpPr txBox="1"/>
          <p:nvPr/>
        </p:nvSpPr>
        <p:spPr>
          <a:xfrm>
            <a:off x="4114800" y="3771900"/>
            <a:ext cx="9677400" cy="1981200"/>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Question 1: ER Diagram for</a:t>
            </a:r>
          </a:p>
          <a:p>
            <a:r>
              <a:rPr lang="en-IN" sz="6000" b="1" dirty="0">
                <a:latin typeface="Times New Roman" panose="02020603050405020304" pitchFamily="18" charset="0"/>
                <a:cs typeface="Times New Roman" panose="02020603050405020304" pitchFamily="18" charset="0"/>
              </a:rPr>
              <a:t>  an Online Library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5F2587-326E-9AFC-6957-92E8B3A05A25}"/>
              </a:ext>
            </a:extLst>
          </p:cNvPr>
          <p:cNvPicPr>
            <a:picLocks noChangeAspect="1"/>
          </p:cNvPicPr>
          <p:nvPr/>
        </p:nvPicPr>
        <p:blipFill>
          <a:blip r:embed="rId2"/>
          <a:stretch>
            <a:fillRect/>
          </a:stretch>
        </p:blipFill>
        <p:spPr>
          <a:xfrm>
            <a:off x="1" y="1"/>
            <a:ext cx="1678956" cy="1866899"/>
          </a:xfrm>
          <a:prstGeom prst="rect">
            <a:avLst/>
          </a:prstGeom>
        </p:spPr>
      </p:pic>
      <p:pic>
        <p:nvPicPr>
          <p:cNvPr id="7" name="Picture 6">
            <a:extLst>
              <a:ext uri="{FF2B5EF4-FFF2-40B4-BE49-F238E27FC236}">
                <a16:creationId xmlns:a16="http://schemas.microsoft.com/office/drawing/2014/main" id="{15291BEB-BFFA-D0C1-3081-9894316C477B}"/>
              </a:ext>
            </a:extLst>
          </p:cNvPr>
          <p:cNvPicPr>
            <a:picLocks noChangeAspect="1"/>
          </p:cNvPicPr>
          <p:nvPr/>
        </p:nvPicPr>
        <p:blipFill>
          <a:blip r:embed="rId3"/>
          <a:stretch>
            <a:fillRect/>
          </a:stretch>
        </p:blipFill>
        <p:spPr>
          <a:xfrm>
            <a:off x="16306800" y="1"/>
            <a:ext cx="2001186" cy="1999488"/>
          </a:xfrm>
          <a:prstGeom prst="rect">
            <a:avLst/>
          </a:prstGeom>
        </p:spPr>
      </p:pic>
      <p:sp>
        <p:nvSpPr>
          <p:cNvPr id="9" name="TextBox 8">
            <a:extLst>
              <a:ext uri="{FF2B5EF4-FFF2-40B4-BE49-F238E27FC236}">
                <a16:creationId xmlns:a16="http://schemas.microsoft.com/office/drawing/2014/main" id="{513755F1-6F58-9B2D-8021-A62081E23253}"/>
              </a:ext>
            </a:extLst>
          </p:cNvPr>
          <p:cNvSpPr txBox="1"/>
          <p:nvPr/>
        </p:nvSpPr>
        <p:spPr>
          <a:xfrm>
            <a:off x="6477000" y="983826"/>
            <a:ext cx="4572000"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Introduction</a:t>
            </a:r>
          </a:p>
        </p:txBody>
      </p:sp>
      <p:sp>
        <p:nvSpPr>
          <p:cNvPr id="11" name="TextBox 10">
            <a:extLst>
              <a:ext uri="{FF2B5EF4-FFF2-40B4-BE49-F238E27FC236}">
                <a16:creationId xmlns:a16="http://schemas.microsoft.com/office/drawing/2014/main" id="{09083D00-1622-B773-9B7E-4A5C99EF1338}"/>
              </a:ext>
            </a:extLst>
          </p:cNvPr>
          <p:cNvSpPr txBox="1"/>
          <p:nvPr/>
        </p:nvSpPr>
        <p:spPr>
          <a:xfrm>
            <a:off x="2057400" y="3238500"/>
            <a:ext cx="11408686" cy="5049011"/>
          </a:xfrm>
          <a:prstGeom prst="rect">
            <a:avLst/>
          </a:prstGeom>
          <a:noFill/>
        </p:spPr>
        <p:txBody>
          <a:bodyPr wrap="square">
            <a:spAutoFit/>
          </a:bodyPr>
          <a:lstStyle/>
          <a:p>
            <a:pPr>
              <a:lnSpc>
                <a:spcPct val="150000"/>
              </a:lnSpc>
            </a:pPr>
            <a:r>
              <a:rPr lang="en-IN" sz="4400" b="1" dirty="0">
                <a:latin typeface="Times New Roman" panose="02020603050405020304" pitchFamily="18" charset="0"/>
                <a:cs typeface="Times New Roman" panose="02020603050405020304" pitchFamily="18" charset="0"/>
              </a:rPr>
              <a:t>What is an ER Diagram?</a:t>
            </a:r>
          </a:p>
          <a:p>
            <a:pPr marL="571500" indent="-571500">
              <a:lnSpc>
                <a:spcPct val="150000"/>
              </a:lnSpc>
              <a:buFont typeface="Arial" panose="020B0604020202020204" pitchFamily="34" charset="0"/>
              <a:buChar char="•"/>
            </a:pPr>
            <a:r>
              <a:rPr lang="en-IN" sz="4400" dirty="0">
                <a:latin typeface="Times New Roman" panose="02020603050405020304" pitchFamily="18" charset="0"/>
                <a:cs typeface="Times New Roman" panose="02020603050405020304" pitchFamily="18" charset="0"/>
              </a:rPr>
              <a:t>ER stands for Entity Relationship Diagram.</a:t>
            </a:r>
          </a:p>
          <a:p>
            <a:pPr marL="571500" indent="-571500">
              <a:lnSpc>
                <a:spcPct val="150000"/>
              </a:lnSpc>
              <a:buFont typeface="Arial" panose="020B0604020202020204" pitchFamily="34" charset="0"/>
              <a:buChar char="•"/>
            </a:pPr>
            <a:r>
              <a:rPr lang="en-IN" sz="4400" dirty="0">
                <a:latin typeface="Times New Roman" panose="02020603050405020304" pitchFamily="18" charset="0"/>
                <a:cs typeface="Times New Roman" panose="02020603050405020304" pitchFamily="18" charset="0"/>
              </a:rPr>
              <a:t>It is used to design databases.</a:t>
            </a:r>
          </a:p>
          <a:p>
            <a:pPr marL="571500" indent="-571500">
              <a:lnSpc>
                <a:spcPct val="150000"/>
              </a:lnSpc>
              <a:buFont typeface="Arial" panose="020B0604020202020204" pitchFamily="34" charset="0"/>
              <a:buChar char="•"/>
            </a:pPr>
            <a:r>
              <a:rPr lang="en-IN" sz="4400" dirty="0">
                <a:latin typeface="Times New Roman" panose="02020603050405020304" pitchFamily="18" charset="0"/>
                <a:cs typeface="Times New Roman" panose="02020603050405020304" pitchFamily="18" charset="0"/>
              </a:rPr>
              <a:t>It shows entities, attributes, and relationships.</a:t>
            </a:r>
          </a:p>
          <a:p>
            <a:pPr marL="571500" indent="-571500">
              <a:lnSpc>
                <a:spcPct val="150000"/>
              </a:lnSpc>
              <a:buFont typeface="Arial" panose="020B0604020202020204" pitchFamily="34" charset="0"/>
              <a:buChar char="•"/>
            </a:pPr>
            <a:r>
              <a:rPr lang="en-IN" sz="4400" dirty="0">
                <a:latin typeface="Times New Roman" panose="02020603050405020304" pitchFamily="18" charset="0"/>
                <a:cs typeface="Times New Roman" panose="02020603050405020304" pitchFamily="18" charset="0"/>
              </a:rPr>
              <a:t>It helps organize data efficiently.</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8745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0" y="673898"/>
            <a:ext cx="9601200" cy="1143000"/>
          </a:xfrm>
        </p:spPr>
        <p:txBody>
          <a:bodyPr>
            <a:noAutofit/>
          </a:bodyPr>
          <a:lstStyle/>
          <a:p>
            <a:r>
              <a:rPr lang="en-IN" sz="6000" b="1" dirty="0">
                <a:latin typeface="Times New Roman" panose="02020603050405020304" pitchFamily="18" charset="0"/>
                <a:cs typeface="Times New Roman" panose="02020603050405020304" pitchFamily="18" charset="0"/>
              </a:rPr>
              <a:t>ER Diagram Components</a:t>
            </a:r>
            <a:endParaRPr lang="en-US" sz="60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0" y="18113"/>
            <a:ext cx="1697593" cy="1798785"/>
          </a:xfrm>
          <a:prstGeom prst="rect">
            <a:avLst/>
          </a:prstGeom>
        </p:spPr>
      </p:pic>
      <p:pic>
        <p:nvPicPr>
          <p:cNvPr id="6" name="Picture 5"/>
          <p:cNvPicPr>
            <a:picLocks noChangeAspect="1"/>
          </p:cNvPicPr>
          <p:nvPr/>
        </p:nvPicPr>
        <p:blipFill>
          <a:blip r:embed="rId3"/>
          <a:stretch>
            <a:fillRect/>
          </a:stretch>
        </p:blipFill>
        <p:spPr>
          <a:xfrm>
            <a:off x="16568538" y="-8983"/>
            <a:ext cx="1709468" cy="1798786"/>
          </a:xfrm>
          <a:prstGeom prst="rect">
            <a:avLst/>
          </a:prstGeom>
        </p:spPr>
      </p:pic>
      <p:sp>
        <p:nvSpPr>
          <p:cNvPr id="9" name="Rectangle 3">
            <a:extLst>
              <a:ext uri="{FF2B5EF4-FFF2-40B4-BE49-F238E27FC236}">
                <a16:creationId xmlns:a16="http://schemas.microsoft.com/office/drawing/2014/main" id="{55A22674-1B03-DC7D-1AC7-8D99ADA571BF}"/>
              </a:ext>
            </a:extLst>
          </p:cNvPr>
          <p:cNvSpPr>
            <a:spLocks noChangeArrowheads="1"/>
          </p:cNvSpPr>
          <p:nvPr/>
        </p:nvSpPr>
        <p:spPr bwMode="auto">
          <a:xfrm>
            <a:off x="2503357" y="2464152"/>
            <a:ext cx="5105399" cy="7571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3600" b="1" dirty="0">
                <a:latin typeface="Times New Roman" panose="02020603050405020304" pitchFamily="18" charset="0"/>
                <a:cs typeface="Times New Roman" panose="02020603050405020304" pitchFamily="18" charset="0"/>
              </a:rPr>
              <a:t>Entities</a:t>
            </a:r>
            <a:endParaRPr lang="en-IN"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     Student    </a:t>
            </a:r>
          </a:p>
          <a:p>
            <a:r>
              <a:rPr lang="en-IN" sz="3600" dirty="0">
                <a:latin typeface="Times New Roman" panose="02020603050405020304" pitchFamily="18" charset="0"/>
                <a:cs typeface="Times New Roman" panose="02020603050405020304" pitchFamily="18" charset="0"/>
              </a:rPr>
              <a:t>     Book</a:t>
            </a:r>
          </a:p>
          <a:p>
            <a:r>
              <a:rPr lang="en-IN" sz="3600" dirty="0">
                <a:latin typeface="Times New Roman" panose="02020603050405020304" pitchFamily="18" charset="0"/>
                <a:cs typeface="Times New Roman" panose="02020603050405020304" pitchFamily="18" charset="0"/>
              </a:rPr>
              <a:t>     Librarian</a:t>
            </a:r>
          </a:p>
          <a:p>
            <a:r>
              <a:rPr lang="en-IN" sz="3600" dirty="0">
                <a:latin typeface="Times New Roman" panose="02020603050405020304" pitchFamily="18" charset="0"/>
                <a:cs typeface="Times New Roman" panose="02020603050405020304" pitchFamily="18" charset="0"/>
              </a:rPr>
              <a:t>     Issue </a:t>
            </a:r>
          </a:p>
          <a:p>
            <a:r>
              <a:rPr lang="en-IN" sz="3600" b="1" dirty="0">
                <a:latin typeface="Times New Roman" panose="02020603050405020304" pitchFamily="18" charset="0"/>
                <a:cs typeface="Times New Roman" panose="02020603050405020304" pitchFamily="18" charset="0"/>
              </a:rPr>
              <a:t>Attributes</a:t>
            </a:r>
            <a:endParaRPr lang="en-IN"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     Student ID </a:t>
            </a:r>
          </a:p>
          <a:p>
            <a:r>
              <a:rPr lang="en-IN" sz="3600" dirty="0">
                <a:latin typeface="Times New Roman" panose="02020603050405020304" pitchFamily="18" charset="0"/>
                <a:cs typeface="Times New Roman" panose="02020603050405020304" pitchFamily="18" charset="0"/>
              </a:rPr>
              <a:t>     Book ID </a:t>
            </a:r>
          </a:p>
          <a:p>
            <a:r>
              <a:rPr lang="en-IN" sz="3600" dirty="0">
                <a:latin typeface="Times New Roman" panose="02020603050405020304" pitchFamily="18" charset="0"/>
                <a:cs typeface="Times New Roman" panose="02020603050405020304" pitchFamily="18" charset="0"/>
              </a:rPr>
              <a:t>     Book Title </a:t>
            </a:r>
          </a:p>
          <a:p>
            <a:r>
              <a:rPr lang="en-IN" sz="3600" dirty="0">
                <a:latin typeface="Times New Roman" panose="02020603050405020304" pitchFamily="18" charset="0"/>
                <a:cs typeface="Times New Roman" panose="02020603050405020304" pitchFamily="18" charset="0"/>
              </a:rPr>
              <a:t>     Issue Date </a:t>
            </a:r>
          </a:p>
          <a:p>
            <a:r>
              <a:rPr lang="en-IN" sz="3600" b="1" dirty="0">
                <a:latin typeface="Times New Roman" panose="02020603050405020304" pitchFamily="18" charset="0"/>
                <a:cs typeface="Times New Roman" panose="02020603050405020304" pitchFamily="18" charset="0"/>
              </a:rPr>
              <a:t>Relationships</a:t>
            </a:r>
            <a:endParaRPr lang="en-IN"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     Student borrows Book. </a:t>
            </a:r>
          </a:p>
          <a:p>
            <a:r>
              <a:rPr lang="en-IN" sz="3600" dirty="0">
                <a:latin typeface="Times New Roman" panose="02020603050405020304" pitchFamily="18" charset="0"/>
                <a:cs typeface="Times New Roman" panose="02020603050405020304" pitchFamily="18" charset="0"/>
              </a:rPr>
              <a:t>     Librarian issues Book.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descr="The image illustrates an ER diagram for an online library system, showcasing relationships between entities like student IDs, book IDs, titles, and various attributes such as issued date, due date, and categories.&#10;&#10;AI-generated content may be incorrect.">
            <a:extLst>
              <a:ext uri="{FF2B5EF4-FFF2-40B4-BE49-F238E27FC236}">
                <a16:creationId xmlns:a16="http://schemas.microsoft.com/office/drawing/2014/main" id="{3D96760E-ACED-DF6D-D4FD-F9D43262942B}"/>
              </a:ext>
            </a:extLst>
          </p:cNvPr>
          <p:cNvPicPr>
            <a:picLocks noChangeAspect="1"/>
          </p:cNvPicPr>
          <p:nvPr/>
        </p:nvPicPr>
        <p:blipFill>
          <a:blip r:embed="rId4"/>
          <a:stretch>
            <a:fillRect/>
          </a:stretch>
        </p:blipFill>
        <p:spPr>
          <a:xfrm>
            <a:off x="8458200" y="2933700"/>
            <a:ext cx="9418522" cy="632518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8744" y="33103"/>
            <a:ext cx="1837544" cy="2043239"/>
          </a:xfrm>
          <a:prstGeom prst="rect">
            <a:avLst/>
          </a:prstGeom>
        </p:spPr>
      </p:pic>
      <p:pic>
        <p:nvPicPr>
          <p:cNvPr id="8" name="Picture 7"/>
          <p:cNvPicPr>
            <a:picLocks noChangeAspect="1"/>
          </p:cNvPicPr>
          <p:nvPr/>
        </p:nvPicPr>
        <p:blipFill>
          <a:blip r:embed="rId3"/>
          <a:stretch>
            <a:fillRect/>
          </a:stretch>
        </p:blipFill>
        <p:spPr>
          <a:xfrm>
            <a:off x="16127164" y="33103"/>
            <a:ext cx="2160835" cy="2043239"/>
          </a:xfrm>
          <a:prstGeom prst="rect">
            <a:avLst/>
          </a:prstGeom>
        </p:spPr>
      </p:pic>
      <p:sp>
        <p:nvSpPr>
          <p:cNvPr id="3" name="Rectangle 1">
            <a:extLst>
              <a:ext uri="{FF2B5EF4-FFF2-40B4-BE49-F238E27FC236}">
                <a16:creationId xmlns:a16="http://schemas.microsoft.com/office/drawing/2014/main" id="{4F684AEF-AA6A-13CA-AF2D-392CA2D6C36E}"/>
              </a:ext>
            </a:extLst>
          </p:cNvPr>
          <p:cNvSpPr>
            <a:spLocks noGrp="1" noChangeArrowheads="1"/>
          </p:cNvSpPr>
          <p:nvPr>
            <p:ph idx="1"/>
          </p:nvPr>
        </p:nvSpPr>
        <p:spPr bwMode="auto">
          <a:xfrm>
            <a:off x="2286000" y="3695700"/>
            <a:ext cx="7086600" cy="5049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IN" sz="4400" b="1" dirty="0">
                <a:latin typeface="Times New Roman" panose="02020603050405020304" pitchFamily="18" charset="0"/>
                <a:cs typeface="Times New Roman" panose="02020603050405020304" pitchFamily="18" charset="0"/>
              </a:rPr>
              <a:t>Advantages:</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Easy database design. </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Reduces data redundancy. </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Improves data organization. </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Easy maintenance.</a:t>
            </a:r>
            <a:endParaRPr kumimoji="0" lang="en-US" altLang="en-US" sz="4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22654FE-406C-ABD0-0E52-2C7EDF41DBE8}"/>
              </a:ext>
            </a:extLst>
          </p:cNvPr>
          <p:cNvSpPr txBox="1"/>
          <p:nvPr/>
        </p:nvSpPr>
        <p:spPr>
          <a:xfrm>
            <a:off x="4800600" y="1308437"/>
            <a:ext cx="9817862"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Advantages &amp; Conclusion</a:t>
            </a:r>
          </a:p>
        </p:txBody>
      </p:sp>
      <p:sp>
        <p:nvSpPr>
          <p:cNvPr id="4" name="TextBox 3">
            <a:extLst>
              <a:ext uri="{FF2B5EF4-FFF2-40B4-BE49-F238E27FC236}">
                <a16:creationId xmlns:a16="http://schemas.microsoft.com/office/drawing/2014/main" id="{0A836337-C9CF-6D50-5C3D-1C80F25BD6DE}"/>
              </a:ext>
            </a:extLst>
          </p:cNvPr>
          <p:cNvSpPr txBox="1"/>
          <p:nvPr/>
        </p:nvSpPr>
        <p:spPr>
          <a:xfrm>
            <a:off x="9709531" y="3695700"/>
            <a:ext cx="8534400" cy="3017686"/>
          </a:xfrm>
          <a:prstGeom prst="rect">
            <a:avLst/>
          </a:prstGeom>
          <a:noFill/>
        </p:spPr>
        <p:txBody>
          <a:bodyPr wrap="square">
            <a:spAutoFit/>
          </a:bodyPr>
          <a:lstStyle/>
          <a:p>
            <a:pPr>
              <a:lnSpc>
                <a:spcPct val="150000"/>
              </a:lnSpc>
            </a:pPr>
            <a:r>
              <a:rPr lang="en-IN" sz="4400" b="1" dirty="0">
                <a:latin typeface="Times New Roman" panose="02020603050405020304" pitchFamily="18" charset="0"/>
                <a:cs typeface="Times New Roman" panose="02020603050405020304" pitchFamily="18" charset="0"/>
              </a:rPr>
              <a:t>Conclusion:</a:t>
            </a:r>
            <a:br>
              <a:rPr lang="en-IN" sz="4400" dirty="0">
                <a:latin typeface="Times New Roman" panose="02020603050405020304" pitchFamily="18" charset="0"/>
                <a:cs typeface="Times New Roman" panose="02020603050405020304" pitchFamily="18" charset="0"/>
              </a:rPr>
            </a:br>
            <a:r>
              <a:rPr lang="en-IN" sz="4400" dirty="0">
                <a:latin typeface="Times New Roman" panose="02020603050405020304" pitchFamily="18" charset="0"/>
                <a:cs typeface="Times New Roman" panose="02020603050405020304" pitchFamily="18" charset="0"/>
              </a:rPr>
              <a:t>ER diagrams are the foundation of database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5D0FB5-4958-C32E-71B8-A6D175542523}"/>
              </a:ext>
            </a:extLst>
          </p:cNvPr>
          <p:cNvPicPr>
            <a:picLocks noChangeAspect="1"/>
          </p:cNvPicPr>
          <p:nvPr/>
        </p:nvPicPr>
        <p:blipFill>
          <a:blip r:embed="rId2"/>
          <a:stretch>
            <a:fillRect/>
          </a:stretch>
        </p:blipFill>
        <p:spPr>
          <a:xfrm>
            <a:off x="0" y="21771"/>
            <a:ext cx="1774371" cy="1972995"/>
          </a:xfrm>
          <a:prstGeom prst="rect">
            <a:avLst/>
          </a:prstGeom>
        </p:spPr>
      </p:pic>
      <p:pic>
        <p:nvPicPr>
          <p:cNvPr id="7" name="Picture 6">
            <a:extLst>
              <a:ext uri="{FF2B5EF4-FFF2-40B4-BE49-F238E27FC236}">
                <a16:creationId xmlns:a16="http://schemas.microsoft.com/office/drawing/2014/main" id="{87020A99-7287-A3E3-654C-D587A8DFAD36}"/>
              </a:ext>
            </a:extLst>
          </p:cNvPr>
          <p:cNvPicPr>
            <a:picLocks noChangeAspect="1"/>
          </p:cNvPicPr>
          <p:nvPr/>
        </p:nvPicPr>
        <p:blipFill>
          <a:blip r:embed="rId3"/>
          <a:stretch>
            <a:fillRect/>
          </a:stretch>
        </p:blipFill>
        <p:spPr>
          <a:xfrm>
            <a:off x="16178428" y="21771"/>
            <a:ext cx="2109572" cy="1994766"/>
          </a:xfrm>
          <a:prstGeom prst="rect">
            <a:avLst/>
          </a:prstGeom>
        </p:spPr>
      </p:pic>
      <p:sp>
        <p:nvSpPr>
          <p:cNvPr id="3" name="TextBox 2">
            <a:extLst>
              <a:ext uri="{FF2B5EF4-FFF2-40B4-BE49-F238E27FC236}">
                <a16:creationId xmlns:a16="http://schemas.microsoft.com/office/drawing/2014/main" id="{A119EEAE-6113-1082-9882-714F6C9D502A}"/>
              </a:ext>
            </a:extLst>
          </p:cNvPr>
          <p:cNvSpPr txBox="1"/>
          <p:nvPr/>
        </p:nvSpPr>
        <p:spPr>
          <a:xfrm>
            <a:off x="5105400" y="4000500"/>
            <a:ext cx="9144000" cy="1938992"/>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Question 2: EER Model –   </a:t>
            </a:r>
          </a:p>
          <a:p>
            <a:r>
              <a:rPr lang="en-IN" sz="6000" b="1" dirty="0">
                <a:latin typeface="Times New Roman" panose="02020603050405020304" pitchFamily="18" charset="0"/>
                <a:cs typeface="Times New Roman" panose="02020603050405020304" pitchFamily="18" charset="0"/>
              </a:rPr>
              <a:t>     University Case Study</a:t>
            </a:r>
          </a:p>
        </p:txBody>
      </p:sp>
    </p:spTree>
    <p:extLst>
      <p:ext uri="{BB962C8B-B14F-4D97-AF65-F5344CB8AC3E}">
        <p14:creationId xmlns:p14="http://schemas.microsoft.com/office/powerpoint/2010/main" val="2380134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BA09405-43AA-0465-6D84-F4D4788986A8}"/>
              </a:ext>
            </a:extLst>
          </p:cNvPr>
          <p:cNvPicPr>
            <a:picLocks noChangeAspect="1"/>
          </p:cNvPicPr>
          <p:nvPr/>
        </p:nvPicPr>
        <p:blipFill>
          <a:blip r:embed="rId2"/>
          <a:stretch>
            <a:fillRect/>
          </a:stretch>
        </p:blipFill>
        <p:spPr>
          <a:xfrm>
            <a:off x="-21771" y="-20355"/>
            <a:ext cx="1774371" cy="2076881"/>
          </a:xfrm>
          <a:prstGeom prst="rect">
            <a:avLst/>
          </a:prstGeom>
        </p:spPr>
      </p:pic>
      <p:pic>
        <p:nvPicPr>
          <p:cNvPr id="9" name="Picture 8">
            <a:extLst>
              <a:ext uri="{FF2B5EF4-FFF2-40B4-BE49-F238E27FC236}">
                <a16:creationId xmlns:a16="http://schemas.microsoft.com/office/drawing/2014/main" id="{B01B4DE5-D13D-39A3-8077-610B1D544995}"/>
              </a:ext>
            </a:extLst>
          </p:cNvPr>
          <p:cNvPicPr>
            <a:picLocks noChangeAspect="1"/>
          </p:cNvPicPr>
          <p:nvPr/>
        </p:nvPicPr>
        <p:blipFill>
          <a:blip r:embed="rId3"/>
          <a:stretch>
            <a:fillRect/>
          </a:stretch>
        </p:blipFill>
        <p:spPr>
          <a:xfrm>
            <a:off x="16306800" y="7064"/>
            <a:ext cx="1981200" cy="2049462"/>
          </a:xfrm>
          <a:prstGeom prst="rect">
            <a:avLst/>
          </a:prstGeom>
        </p:spPr>
      </p:pic>
      <p:sp>
        <p:nvSpPr>
          <p:cNvPr id="3" name="TextBox 2">
            <a:extLst>
              <a:ext uri="{FF2B5EF4-FFF2-40B4-BE49-F238E27FC236}">
                <a16:creationId xmlns:a16="http://schemas.microsoft.com/office/drawing/2014/main" id="{C7B482DF-C936-7A5C-0980-54832625D352}"/>
              </a:ext>
            </a:extLst>
          </p:cNvPr>
          <p:cNvSpPr txBox="1"/>
          <p:nvPr/>
        </p:nvSpPr>
        <p:spPr>
          <a:xfrm>
            <a:off x="6852379" y="952500"/>
            <a:ext cx="4583242"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Introduction</a:t>
            </a:r>
          </a:p>
        </p:txBody>
      </p:sp>
      <p:sp>
        <p:nvSpPr>
          <p:cNvPr id="11" name="TextBox 10">
            <a:extLst>
              <a:ext uri="{FF2B5EF4-FFF2-40B4-BE49-F238E27FC236}">
                <a16:creationId xmlns:a16="http://schemas.microsoft.com/office/drawing/2014/main" id="{72F9F596-1E8D-B899-1DA2-034F81BE756D}"/>
              </a:ext>
            </a:extLst>
          </p:cNvPr>
          <p:cNvSpPr txBox="1"/>
          <p:nvPr/>
        </p:nvSpPr>
        <p:spPr>
          <a:xfrm>
            <a:off x="342900" y="3314700"/>
            <a:ext cx="17602200" cy="5521704"/>
          </a:xfrm>
          <a:prstGeom prst="rect">
            <a:avLst/>
          </a:prstGeom>
          <a:noFill/>
        </p:spPr>
        <p:txBody>
          <a:bodyPr wrap="square">
            <a:spAutoFit/>
          </a:bodyPr>
          <a:lstStyle/>
          <a:p>
            <a:pPr marL="571500" indent="-571500">
              <a:lnSpc>
                <a:spcPct val="150000"/>
              </a:lnSpc>
              <a:buFont typeface="Arial" panose="020B0604020202020204" pitchFamily="34" charset="0"/>
              <a:buChar char="•"/>
            </a:pPr>
            <a:r>
              <a:rPr lang="en-IN" sz="4000" b="1" dirty="0">
                <a:latin typeface="Times New Roman" panose="02020603050405020304" pitchFamily="18" charset="0"/>
                <a:cs typeface="Times New Roman" panose="02020603050405020304" pitchFamily="18" charset="0"/>
              </a:rPr>
              <a:t>Enhanced Entity Relationship (EER) Model</a:t>
            </a:r>
            <a:r>
              <a:rPr lang="en-IN" sz="4000" dirty="0">
                <a:latin typeface="Times New Roman" panose="02020603050405020304" pitchFamily="18" charset="0"/>
                <a:cs typeface="Times New Roman" panose="02020603050405020304" pitchFamily="18" charset="0"/>
              </a:rPr>
              <a:t> is an advanced version of ER (Entity-Relationship) model used for designing complex databases.</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It supports </a:t>
            </a:r>
            <a:r>
              <a:rPr lang="en-IN" sz="4000" b="1" dirty="0">
                <a:latin typeface="Times New Roman" panose="02020603050405020304" pitchFamily="18" charset="0"/>
                <a:cs typeface="Times New Roman" panose="02020603050405020304" pitchFamily="18" charset="0"/>
              </a:rPr>
              <a:t>inheritance</a:t>
            </a:r>
            <a:r>
              <a:rPr lang="en-IN" sz="4000" dirty="0">
                <a:latin typeface="Times New Roman" panose="02020603050405020304" pitchFamily="18" charset="0"/>
                <a:cs typeface="Times New Roman" panose="02020603050405020304" pitchFamily="18" charset="0"/>
              </a:rPr>
              <a:t>, allowing subclasses to inherit attributes from a superclass. </a:t>
            </a:r>
          </a:p>
          <a:p>
            <a:pPr marL="571500" indent="-571500">
              <a:lnSpc>
                <a:spcPct val="150000"/>
              </a:lnSpc>
              <a:buFont typeface="Arial" panose="020B0604020202020204" pitchFamily="34" charset="0"/>
              <a:buChar char="•"/>
            </a:pPr>
            <a:r>
              <a:rPr lang="en-IN" sz="4000" b="1" dirty="0">
                <a:latin typeface="Times New Roman" panose="02020603050405020304" pitchFamily="18" charset="0"/>
                <a:cs typeface="Times New Roman" panose="02020603050405020304" pitchFamily="18" charset="0"/>
              </a:rPr>
              <a:t>Generalization</a:t>
            </a:r>
            <a:r>
              <a:rPr lang="en-IN" sz="4000" dirty="0">
                <a:latin typeface="Times New Roman" panose="02020603050405020304" pitchFamily="18" charset="0"/>
                <a:cs typeface="Times New Roman" panose="02020603050405020304" pitchFamily="18" charset="0"/>
              </a:rPr>
              <a:t> combines similar entities into one higher-level entity. </a:t>
            </a:r>
          </a:p>
          <a:p>
            <a:pPr marL="571500" indent="-571500">
              <a:lnSpc>
                <a:spcPct val="150000"/>
              </a:lnSpc>
              <a:buFont typeface="Arial" panose="020B0604020202020204" pitchFamily="34" charset="0"/>
              <a:buChar char="•"/>
            </a:pPr>
            <a:r>
              <a:rPr lang="en-IN" sz="4000" b="1" dirty="0">
                <a:latin typeface="Times New Roman" panose="02020603050405020304" pitchFamily="18" charset="0"/>
                <a:cs typeface="Times New Roman" panose="02020603050405020304" pitchFamily="18" charset="0"/>
              </a:rPr>
              <a:t>Specialization</a:t>
            </a:r>
            <a:r>
              <a:rPr lang="en-IN" sz="4000" dirty="0">
                <a:latin typeface="Times New Roman" panose="02020603050405020304" pitchFamily="18" charset="0"/>
                <a:cs typeface="Times New Roman" panose="02020603050405020304" pitchFamily="18" charset="0"/>
              </a:rPr>
              <a:t> divides a general entity into specific sub-entities.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It helps represent real-world systems more accurately and efficiently. </a:t>
            </a:r>
          </a:p>
        </p:txBody>
      </p:sp>
    </p:spTree>
    <p:extLst>
      <p:ext uri="{BB962C8B-B14F-4D97-AF65-F5344CB8AC3E}">
        <p14:creationId xmlns:p14="http://schemas.microsoft.com/office/powerpoint/2010/main" val="3180523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 y="26068"/>
            <a:ext cx="1752600" cy="1948787"/>
          </a:xfrm>
          <a:prstGeom prst="rect">
            <a:avLst/>
          </a:prstGeom>
        </p:spPr>
      </p:pic>
      <p:pic>
        <p:nvPicPr>
          <p:cNvPr id="6" name="Picture 5"/>
          <p:cNvPicPr>
            <a:picLocks noChangeAspect="1"/>
          </p:cNvPicPr>
          <p:nvPr/>
        </p:nvPicPr>
        <p:blipFill>
          <a:blip r:embed="rId3"/>
          <a:stretch>
            <a:fillRect/>
          </a:stretch>
        </p:blipFill>
        <p:spPr>
          <a:xfrm>
            <a:off x="16383000" y="0"/>
            <a:ext cx="1905000" cy="1984763"/>
          </a:xfrm>
          <a:prstGeom prst="rect">
            <a:avLst/>
          </a:prstGeom>
        </p:spPr>
      </p:pic>
      <p:sp>
        <p:nvSpPr>
          <p:cNvPr id="10" name="TextBox 9">
            <a:extLst>
              <a:ext uri="{FF2B5EF4-FFF2-40B4-BE49-F238E27FC236}">
                <a16:creationId xmlns:a16="http://schemas.microsoft.com/office/drawing/2014/main" id="{60037B83-D544-A4A2-69CE-B439CC5CA606}"/>
              </a:ext>
            </a:extLst>
          </p:cNvPr>
          <p:cNvSpPr txBox="1"/>
          <p:nvPr/>
        </p:nvSpPr>
        <p:spPr>
          <a:xfrm>
            <a:off x="5127531" y="492479"/>
            <a:ext cx="7726135" cy="1311449"/>
          </a:xfrm>
          <a:prstGeom prst="rect">
            <a:avLst/>
          </a:prstGeom>
          <a:noFill/>
        </p:spPr>
        <p:txBody>
          <a:bodyPr wrap="square">
            <a:spAutoFit/>
          </a:bodyPr>
          <a:lstStyle/>
          <a:p>
            <a:pPr>
              <a:lnSpc>
                <a:spcPct val="150000"/>
              </a:lnSpc>
            </a:pPr>
            <a:r>
              <a:rPr lang="en-IN" sz="6000" b="1" dirty="0">
                <a:latin typeface="Times New Roman" panose="02020603050405020304" pitchFamily="18" charset="0"/>
                <a:cs typeface="Times New Roman" panose="02020603050405020304" pitchFamily="18" charset="0"/>
              </a:rPr>
              <a:t>University Case Study</a:t>
            </a:r>
          </a:p>
        </p:txBody>
      </p:sp>
      <p:sp>
        <p:nvSpPr>
          <p:cNvPr id="3" name="TextBox 2">
            <a:extLst>
              <a:ext uri="{FF2B5EF4-FFF2-40B4-BE49-F238E27FC236}">
                <a16:creationId xmlns:a16="http://schemas.microsoft.com/office/drawing/2014/main" id="{FD2C1EA4-DE5B-A09A-9573-34F481B9B3AB}"/>
              </a:ext>
            </a:extLst>
          </p:cNvPr>
          <p:cNvSpPr txBox="1"/>
          <p:nvPr/>
        </p:nvSpPr>
        <p:spPr>
          <a:xfrm>
            <a:off x="1752600" y="2476500"/>
            <a:ext cx="8252229" cy="7478970"/>
          </a:xfrm>
          <a:prstGeom prst="rect">
            <a:avLst/>
          </a:prstGeom>
          <a:noFill/>
        </p:spPr>
        <p:txBody>
          <a:bodyPr wrap="square">
            <a:spAutoFit/>
          </a:bodyPr>
          <a:lstStyle/>
          <a:p>
            <a:pPr>
              <a:buNone/>
            </a:pPr>
            <a:r>
              <a:rPr lang="en-IN" sz="4000" b="1" dirty="0">
                <a:latin typeface="Times New Roman" panose="02020603050405020304" pitchFamily="18" charset="0"/>
                <a:cs typeface="Times New Roman" panose="02020603050405020304" pitchFamily="18" charset="0"/>
              </a:rPr>
              <a:t>Superclass</a:t>
            </a:r>
            <a:endParaRPr lang="en-IN" sz="4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 Person </a:t>
            </a:r>
          </a:p>
          <a:p>
            <a:pPr>
              <a:buNone/>
            </a:pPr>
            <a:r>
              <a:rPr lang="en-IN" sz="4000" b="1" dirty="0">
                <a:latin typeface="Times New Roman" panose="02020603050405020304" pitchFamily="18" charset="0"/>
                <a:cs typeface="Times New Roman" panose="02020603050405020304" pitchFamily="18" charset="0"/>
              </a:rPr>
              <a:t>Subclasses</a:t>
            </a:r>
            <a:endParaRPr lang="en-IN" sz="4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 Student </a:t>
            </a:r>
          </a:p>
          <a:p>
            <a:pPr>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 Faculty </a:t>
            </a:r>
          </a:p>
          <a:p>
            <a:pPr>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 Staff </a:t>
            </a:r>
          </a:p>
          <a:p>
            <a:pPr>
              <a:buNone/>
            </a:pPr>
            <a:r>
              <a:rPr lang="en-IN" sz="4000" b="1" dirty="0">
                <a:latin typeface="Times New Roman" panose="02020603050405020304" pitchFamily="18" charset="0"/>
                <a:cs typeface="Times New Roman" panose="02020603050405020304" pitchFamily="18" charset="0"/>
              </a:rPr>
              <a:t>Generalization</a:t>
            </a:r>
            <a:endParaRPr lang="en-IN" sz="4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 Combines Student, Faculty, and Staff        </a:t>
            </a:r>
          </a:p>
          <a:p>
            <a:r>
              <a:rPr lang="en-IN" sz="4000" dirty="0">
                <a:latin typeface="Times New Roman" panose="02020603050405020304" pitchFamily="18" charset="0"/>
                <a:cs typeface="Times New Roman" panose="02020603050405020304" pitchFamily="18" charset="0"/>
              </a:rPr>
              <a:t>   into Person. </a:t>
            </a:r>
          </a:p>
          <a:p>
            <a:pPr>
              <a:buNone/>
            </a:pPr>
            <a:r>
              <a:rPr lang="en-IN" sz="4000" b="1" dirty="0">
                <a:latin typeface="Times New Roman" panose="02020603050405020304" pitchFamily="18" charset="0"/>
                <a:cs typeface="Times New Roman" panose="02020603050405020304" pitchFamily="18" charset="0"/>
              </a:rPr>
              <a:t>Specialization</a:t>
            </a:r>
            <a:endParaRPr lang="en-IN" sz="4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 Person is divided into Student, Faculty, and Staff.</a:t>
            </a:r>
          </a:p>
        </p:txBody>
      </p:sp>
      <p:pic>
        <p:nvPicPr>
          <p:cNvPr id="7" name="Picture 6" descr="The diagram illustrates an ER (Entity-Relationship) model for a university case study, showing various entities such as PERSON, STUDENT, FACULTY, STAFF, and their attributes like Name, RollNo, EmpID, Program, and others.&#10;&#10;AI-generated content may be incorrect.">
            <a:extLst>
              <a:ext uri="{FF2B5EF4-FFF2-40B4-BE49-F238E27FC236}">
                <a16:creationId xmlns:a16="http://schemas.microsoft.com/office/drawing/2014/main" id="{0E516B45-A273-3912-D1EF-78A315D7074D}"/>
              </a:ext>
            </a:extLst>
          </p:cNvPr>
          <p:cNvPicPr>
            <a:picLocks noChangeAspect="1"/>
          </p:cNvPicPr>
          <p:nvPr/>
        </p:nvPicPr>
        <p:blipFill>
          <a:blip r:embed="rId4"/>
          <a:stretch>
            <a:fillRect/>
          </a:stretch>
        </p:blipFill>
        <p:spPr>
          <a:xfrm>
            <a:off x="10287000" y="3543300"/>
            <a:ext cx="7834159" cy="51169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495C8-6C98-912F-161F-6CEBCBC2F55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CCA8304-691C-0B5E-2F03-11E5F0FEE2C0}"/>
              </a:ext>
            </a:extLst>
          </p:cNvPr>
          <p:cNvPicPr>
            <a:picLocks noChangeAspect="1"/>
          </p:cNvPicPr>
          <p:nvPr/>
        </p:nvPicPr>
        <p:blipFill>
          <a:blip r:embed="rId2"/>
          <a:stretch>
            <a:fillRect/>
          </a:stretch>
        </p:blipFill>
        <p:spPr>
          <a:xfrm>
            <a:off x="0" y="0"/>
            <a:ext cx="1752600" cy="1948787"/>
          </a:xfrm>
          <a:prstGeom prst="rect">
            <a:avLst/>
          </a:prstGeom>
        </p:spPr>
      </p:pic>
      <p:pic>
        <p:nvPicPr>
          <p:cNvPr id="8" name="Picture 7">
            <a:extLst>
              <a:ext uri="{FF2B5EF4-FFF2-40B4-BE49-F238E27FC236}">
                <a16:creationId xmlns:a16="http://schemas.microsoft.com/office/drawing/2014/main" id="{06C2388F-65D9-BD6A-4CC6-EF37AC76A5E7}"/>
              </a:ext>
            </a:extLst>
          </p:cNvPr>
          <p:cNvPicPr>
            <a:picLocks noChangeAspect="1"/>
          </p:cNvPicPr>
          <p:nvPr/>
        </p:nvPicPr>
        <p:blipFill>
          <a:blip r:embed="rId3"/>
          <a:stretch>
            <a:fillRect/>
          </a:stretch>
        </p:blipFill>
        <p:spPr>
          <a:xfrm>
            <a:off x="16306800" y="0"/>
            <a:ext cx="1962462" cy="1855662"/>
          </a:xfrm>
          <a:prstGeom prst="rect">
            <a:avLst/>
          </a:prstGeom>
        </p:spPr>
      </p:pic>
      <p:sp>
        <p:nvSpPr>
          <p:cNvPr id="3" name="Rectangle 1">
            <a:extLst>
              <a:ext uri="{FF2B5EF4-FFF2-40B4-BE49-F238E27FC236}">
                <a16:creationId xmlns:a16="http://schemas.microsoft.com/office/drawing/2014/main" id="{BA0EA960-04B9-CB9C-D85E-DA02AB6D8160}"/>
              </a:ext>
            </a:extLst>
          </p:cNvPr>
          <p:cNvSpPr>
            <a:spLocks noGrp="1" noChangeArrowheads="1"/>
          </p:cNvSpPr>
          <p:nvPr>
            <p:ph idx="1"/>
          </p:nvPr>
        </p:nvSpPr>
        <p:spPr bwMode="auto">
          <a:xfrm>
            <a:off x="1066800" y="3695700"/>
            <a:ext cx="8305800" cy="5049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IN" sz="4400" b="1" dirty="0">
                <a:latin typeface="Times New Roman" panose="02020603050405020304" pitchFamily="18" charset="0"/>
                <a:cs typeface="Times New Roman" panose="02020603050405020304" pitchFamily="18" charset="0"/>
              </a:rPr>
              <a:t>Advantages:</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Represents real-world scenarios. </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Supports inheritance. </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Improves database flexibility. </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Reduces redundancy.</a:t>
            </a:r>
            <a:endParaRPr kumimoji="0" lang="en-US" altLang="en-US" sz="4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E6A8484-87A8-A836-40B4-B434457B9982}"/>
              </a:ext>
            </a:extLst>
          </p:cNvPr>
          <p:cNvSpPr txBox="1"/>
          <p:nvPr/>
        </p:nvSpPr>
        <p:spPr>
          <a:xfrm>
            <a:off x="4800600" y="1308437"/>
            <a:ext cx="9817862"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Advantages &amp; Conclusion</a:t>
            </a:r>
          </a:p>
        </p:txBody>
      </p:sp>
      <p:sp>
        <p:nvSpPr>
          <p:cNvPr id="4" name="TextBox 3">
            <a:extLst>
              <a:ext uri="{FF2B5EF4-FFF2-40B4-BE49-F238E27FC236}">
                <a16:creationId xmlns:a16="http://schemas.microsoft.com/office/drawing/2014/main" id="{01AC9322-0922-7F24-BE1C-6C3ED3C6AD08}"/>
              </a:ext>
            </a:extLst>
          </p:cNvPr>
          <p:cNvSpPr txBox="1"/>
          <p:nvPr/>
        </p:nvSpPr>
        <p:spPr>
          <a:xfrm>
            <a:off x="9709531" y="3695700"/>
            <a:ext cx="8534400" cy="3017686"/>
          </a:xfrm>
          <a:prstGeom prst="rect">
            <a:avLst/>
          </a:prstGeom>
          <a:noFill/>
        </p:spPr>
        <p:txBody>
          <a:bodyPr wrap="square">
            <a:spAutoFit/>
          </a:bodyPr>
          <a:lstStyle/>
          <a:p>
            <a:pPr>
              <a:lnSpc>
                <a:spcPct val="150000"/>
              </a:lnSpc>
            </a:pPr>
            <a:r>
              <a:rPr lang="en-IN" sz="4400" b="1" dirty="0">
                <a:latin typeface="Times New Roman" panose="02020603050405020304" pitchFamily="18" charset="0"/>
                <a:cs typeface="Times New Roman" panose="02020603050405020304" pitchFamily="18" charset="0"/>
              </a:rPr>
              <a:t>Conclusion:</a:t>
            </a:r>
            <a:br>
              <a:rPr lang="en-IN" sz="4400" dirty="0">
                <a:latin typeface="Times New Roman" panose="02020603050405020304" pitchFamily="18" charset="0"/>
                <a:cs typeface="Times New Roman" panose="02020603050405020304" pitchFamily="18" charset="0"/>
              </a:rPr>
            </a:br>
            <a:r>
              <a:rPr lang="en-IN" sz="4400" dirty="0">
                <a:latin typeface="Times New Roman" panose="02020603050405020304" pitchFamily="18" charset="0"/>
                <a:cs typeface="Times New Roman" panose="02020603050405020304" pitchFamily="18" charset="0"/>
              </a:rPr>
              <a:t>EER models make database design more effective.</a:t>
            </a:r>
          </a:p>
        </p:txBody>
      </p:sp>
    </p:spTree>
    <p:extLst>
      <p:ext uri="{BB962C8B-B14F-4D97-AF65-F5344CB8AC3E}">
        <p14:creationId xmlns:p14="http://schemas.microsoft.com/office/powerpoint/2010/main" val="1319289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F2453-CA9F-1B67-4F7E-7E32F6CD18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0FA5AEC-0070-D3BD-4D9E-96E209C08DFB}"/>
              </a:ext>
            </a:extLst>
          </p:cNvPr>
          <p:cNvPicPr>
            <a:picLocks noChangeAspect="1"/>
          </p:cNvPicPr>
          <p:nvPr/>
        </p:nvPicPr>
        <p:blipFill>
          <a:blip r:embed="rId2"/>
          <a:stretch>
            <a:fillRect/>
          </a:stretch>
        </p:blipFill>
        <p:spPr>
          <a:xfrm>
            <a:off x="0" y="21771"/>
            <a:ext cx="1774371" cy="1972995"/>
          </a:xfrm>
          <a:prstGeom prst="rect">
            <a:avLst/>
          </a:prstGeom>
        </p:spPr>
      </p:pic>
      <p:pic>
        <p:nvPicPr>
          <p:cNvPr id="7" name="Picture 6">
            <a:extLst>
              <a:ext uri="{FF2B5EF4-FFF2-40B4-BE49-F238E27FC236}">
                <a16:creationId xmlns:a16="http://schemas.microsoft.com/office/drawing/2014/main" id="{ACE70673-08B5-5594-7157-A0BE9602F907}"/>
              </a:ext>
            </a:extLst>
          </p:cNvPr>
          <p:cNvPicPr>
            <a:picLocks noChangeAspect="1"/>
          </p:cNvPicPr>
          <p:nvPr/>
        </p:nvPicPr>
        <p:blipFill>
          <a:blip r:embed="rId3"/>
          <a:stretch>
            <a:fillRect/>
          </a:stretch>
        </p:blipFill>
        <p:spPr>
          <a:xfrm>
            <a:off x="16144700" y="10885"/>
            <a:ext cx="2109572" cy="1994766"/>
          </a:xfrm>
          <a:prstGeom prst="rect">
            <a:avLst/>
          </a:prstGeom>
        </p:spPr>
      </p:pic>
      <p:sp>
        <p:nvSpPr>
          <p:cNvPr id="3" name="TextBox 2">
            <a:extLst>
              <a:ext uri="{FF2B5EF4-FFF2-40B4-BE49-F238E27FC236}">
                <a16:creationId xmlns:a16="http://schemas.microsoft.com/office/drawing/2014/main" id="{6432B451-5304-F3DA-8EA7-8E7953E978A5}"/>
              </a:ext>
            </a:extLst>
          </p:cNvPr>
          <p:cNvSpPr txBox="1"/>
          <p:nvPr/>
        </p:nvSpPr>
        <p:spPr>
          <a:xfrm>
            <a:off x="4267200" y="4042708"/>
            <a:ext cx="10954444" cy="1938992"/>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Question 3: Data Independence </a:t>
            </a:r>
          </a:p>
          <a:p>
            <a:r>
              <a:rPr lang="en-IN" sz="6000" b="1" dirty="0">
                <a:latin typeface="Times New Roman" panose="02020603050405020304" pitchFamily="18" charset="0"/>
                <a:cs typeface="Times New Roman" panose="02020603050405020304" pitchFamily="18" charset="0"/>
              </a:rPr>
              <a:t>             in DBMS</a:t>
            </a:r>
          </a:p>
        </p:txBody>
      </p:sp>
    </p:spTree>
    <p:extLst>
      <p:ext uri="{BB962C8B-B14F-4D97-AF65-F5344CB8AC3E}">
        <p14:creationId xmlns:p14="http://schemas.microsoft.com/office/powerpoint/2010/main" val="233686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115DA-31CE-3F6B-A950-DE71B6218E3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979AA28-BCC7-520A-F6EB-1E724C5781A0}"/>
              </a:ext>
            </a:extLst>
          </p:cNvPr>
          <p:cNvPicPr>
            <a:picLocks noChangeAspect="1"/>
          </p:cNvPicPr>
          <p:nvPr/>
        </p:nvPicPr>
        <p:blipFill>
          <a:blip r:embed="rId2"/>
          <a:stretch>
            <a:fillRect/>
          </a:stretch>
        </p:blipFill>
        <p:spPr>
          <a:xfrm>
            <a:off x="-21771" y="-20355"/>
            <a:ext cx="1774371" cy="1972995"/>
          </a:xfrm>
          <a:prstGeom prst="rect">
            <a:avLst/>
          </a:prstGeom>
        </p:spPr>
      </p:pic>
      <p:pic>
        <p:nvPicPr>
          <p:cNvPr id="9" name="Picture 8">
            <a:extLst>
              <a:ext uri="{FF2B5EF4-FFF2-40B4-BE49-F238E27FC236}">
                <a16:creationId xmlns:a16="http://schemas.microsoft.com/office/drawing/2014/main" id="{1E4F743D-AA9D-7231-8241-9D751A52BA12}"/>
              </a:ext>
            </a:extLst>
          </p:cNvPr>
          <p:cNvPicPr>
            <a:picLocks noChangeAspect="1"/>
          </p:cNvPicPr>
          <p:nvPr/>
        </p:nvPicPr>
        <p:blipFill>
          <a:blip r:embed="rId3"/>
          <a:stretch>
            <a:fillRect/>
          </a:stretch>
        </p:blipFill>
        <p:spPr>
          <a:xfrm>
            <a:off x="16309069" y="3123"/>
            <a:ext cx="1978931" cy="1871235"/>
          </a:xfrm>
          <a:prstGeom prst="rect">
            <a:avLst/>
          </a:prstGeom>
        </p:spPr>
      </p:pic>
      <p:sp>
        <p:nvSpPr>
          <p:cNvPr id="3" name="TextBox 2">
            <a:extLst>
              <a:ext uri="{FF2B5EF4-FFF2-40B4-BE49-F238E27FC236}">
                <a16:creationId xmlns:a16="http://schemas.microsoft.com/office/drawing/2014/main" id="{19396420-6A19-83C3-6E83-E4F1A69CBC57}"/>
              </a:ext>
            </a:extLst>
          </p:cNvPr>
          <p:cNvSpPr txBox="1"/>
          <p:nvPr/>
        </p:nvSpPr>
        <p:spPr>
          <a:xfrm>
            <a:off x="6852379" y="1085525"/>
            <a:ext cx="4583242"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Introduction</a:t>
            </a:r>
          </a:p>
        </p:txBody>
      </p:sp>
      <p:sp>
        <p:nvSpPr>
          <p:cNvPr id="11" name="TextBox 10">
            <a:extLst>
              <a:ext uri="{FF2B5EF4-FFF2-40B4-BE49-F238E27FC236}">
                <a16:creationId xmlns:a16="http://schemas.microsoft.com/office/drawing/2014/main" id="{57D42F54-068B-8277-12D6-5CB473DFE674}"/>
              </a:ext>
            </a:extLst>
          </p:cNvPr>
          <p:cNvSpPr txBox="1"/>
          <p:nvPr/>
        </p:nvSpPr>
        <p:spPr>
          <a:xfrm>
            <a:off x="1295400" y="3467100"/>
            <a:ext cx="16230600" cy="4598375"/>
          </a:xfrm>
          <a:prstGeom prst="rect">
            <a:avLst/>
          </a:prstGeom>
          <a:noFill/>
        </p:spPr>
        <p:txBody>
          <a:bodyPr wrap="square">
            <a:spAutoFit/>
          </a:bodyPr>
          <a:lstStyle/>
          <a:p>
            <a:pPr marL="571500" indent="-571500">
              <a:lnSpc>
                <a:spcPct val="150000"/>
              </a:lnSpc>
              <a:buFont typeface="Arial" panose="020B0604020202020204" pitchFamily="34" charset="0"/>
              <a:buChar char="•"/>
            </a:pPr>
            <a:r>
              <a:rPr lang="en-IN" sz="4000" b="1" dirty="0">
                <a:latin typeface="Times New Roman" panose="02020603050405020304" pitchFamily="18" charset="0"/>
                <a:cs typeface="Times New Roman" panose="02020603050405020304" pitchFamily="18" charset="0"/>
              </a:rPr>
              <a:t>Data independence</a:t>
            </a:r>
            <a:r>
              <a:rPr lang="en-IN" sz="4000" dirty="0">
                <a:latin typeface="Times New Roman" panose="02020603050405020304" pitchFamily="18" charset="0"/>
                <a:cs typeface="Times New Roman" panose="02020603050405020304" pitchFamily="18" charset="0"/>
              </a:rPr>
              <a:t> allows changes to the database without affecting application programs.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It makes the database </a:t>
            </a:r>
            <a:r>
              <a:rPr lang="en-IN" sz="4000" b="1" dirty="0">
                <a:latin typeface="Times New Roman" panose="02020603050405020304" pitchFamily="18" charset="0"/>
                <a:cs typeface="Times New Roman" panose="02020603050405020304" pitchFamily="18" charset="0"/>
              </a:rPr>
              <a:t>flexible</a:t>
            </a:r>
            <a:r>
              <a:rPr lang="en-IN" sz="4000" dirty="0">
                <a:latin typeface="Times New Roman" panose="02020603050405020304" pitchFamily="18" charset="0"/>
                <a:cs typeface="Times New Roman" panose="02020603050405020304" pitchFamily="18" charset="0"/>
              </a:rPr>
              <a:t> and easy to update.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It </a:t>
            </a:r>
            <a:r>
              <a:rPr lang="en-IN" sz="4000" b="1" dirty="0">
                <a:latin typeface="Times New Roman" panose="02020603050405020304" pitchFamily="18" charset="0"/>
                <a:cs typeface="Times New Roman" panose="02020603050405020304" pitchFamily="18" charset="0"/>
              </a:rPr>
              <a:t>reduces maintenance effort</a:t>
            </a:r>
            <a:r>
              <a:rPr lang="en-IN" sz="4000" dirty="0">
                <a:latin typeface="Times New Roman" panose="02020603050405020304" pitchFamily="18" charset="0"/>
                <a:cs typeface="Times New Roman" panose="02020603050405020304" pitchFamily="18" charset="0"/>
              </a:rPr>
              <a:t> and saves time.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It </a:t>
            </a:r>
            <a:r>
              <a:rPr lang="en-IN" sz="4000" b="1" dirty="0">
                <a:latin typeface="Times New Roman" panose="02020603050405020304" pitchFamily="18" charset="0"/>
                <a:cs typeface="Times New Roman" panose="02020603050405020304" pitchFamily="18" charset="0"/>
              </a:rPr>
              <a:t>improves performance</a:t>
            </a:r>
            <a:r>
              <a:rPr lang="en-IN" sz="4000" dirty="0">
                <a:latin typeface="Times New Roman" panose="02020603050405020304" pitchFamily="18" charset="0"/>
                <a:cs typeface="Times New Roman" panose="02020603050405020304" pitchFamily="18" charset="0"/>
              </a:rPr>
              <a:t> by enabling efficient data management.</a:t>
            </a:r>
          </a:p>
        </p:txBody>
      </p:sp>
    </p:spTree>
    <p:extLst>
      <p:ext uri="{BB962C8B-B14F-4D97-AF65-F5344CB8AC3E}">
        <p14:creationId xmlns:p14="http://schemas.microsoft.com/office/powerpoint/2010/main" val="2543245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05DE8-D109-7AFC-7FFA-9C5E18CC8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7426AA-CB36-D823-E4D9-F62510699D40}"/>
              </a:ext>
            </a:extLst>
          </p:cNvPr>
          <p:cNvSpPr>
            <a:spLocks noGrp="1"/>
          </p:cNvSpPr>
          <p:nvPr>
            <p:ph type="title"/>
          </p:nvPr>
        </p:nvSpPr>
        <p:spPr>
          <a:xfrm>
            <a:off x="4724400" y="673898"/>
            <a:ext cx="9601200" cy="1143000"/>
          </a:xfrm>
        </p:spPr>
        <p:txBody>
          <a:bodyPr>
            <a:noAutofit/>
          </a:bodyPr>
          <a:lstStyle/>
          <a:p>
            <a:r>
              <a:rPr lang="en-IN" sz="6000" b="1" dirty="0">
                <a:latin typeface="Times New Roman" panose="02020603050405020304" pitchFamily="18" charset="0"/>
                <a:cs typeface="Times New Roman" panose="02020603050405020304" pitchFamily="18" charset="0"/>
              </a:rPr>
              <a:t>Types of Data Independence</a:t>
            </a:r>
            <a:endParaRPr lang="en-US" sz="6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0D763C7-E4D7-62D0-4124-DC35D0E075A1}"/>
              </a:ext>
            </a:extLst>
          </p:cNvPr>
          <p:cNvPicPr>
            <a:picLocks noChangeAspect="1"/>
          </p:cNvPicPr>
          <p:nvPr/>
        </p:nvPicPr>
        <p:blipFill>
          <a:blip r:embed="rId2"/>
          <a:stretch>
            <a:fillRect/>
          </a:stretch>
        </p:blipFill>
        <p:spPr>
          <a:xfrm>
            <a:off x="0" y="18113"/>
            <a:ext cx="1697593" cy="1798785"/>
          </a:xfrm>
          <a:prstGeom prst="rect">
            <a:avLst/>
          </a:prstGeom>
        </p:spPr>
      </p:pic>
      <p:pic>
        <p:nvPicPr>
          <p:cNvPr id="6" name="Picture 5">
            <a:extLst>
              <a:ext uri="{FF2B5EF4-FFF2-40B4-BE49-F238E27FC236}">
                <a16:creationId xmlns:a16="http://schemas.microsoft.com/office/drawing/2014/main" id="{946A7909-7DAC-12B9-F67A-1F653D273120}"/>
              </a:ext>
            </a:extLst>
          </p:cNvPr>
          <p:cNvPicPr>
            <a:picLocks noChangeAspect="1"/>
          </p:cNvPicPr>
          <p:nvPr/>
        </p:nvPicPr>
        <p:blipFill>
          <a:blip r:embed="rId3"/>
          <a:stretch>
            <a:fillRect/>
          </a:stretch>
        </p:blipFill>
        <p:spPr>
          <a:xfrm>
            <a:off x="16503528" y="-8984"/>
            <a:ext cx="1774478" cy="1867193"/>
          </a:xfrm>
          <a:prstGeom prst="rect">
            <a:avLst/>
          </a:prstGeom>
        </p:spPr>
      </p:pic>
      <p:sp>
        <p:nvSpPr>
          <p:cNvPr id="9" name="Rectangle 3">
            <a:extLst>
              <a:ext uri="{FF2B5EF4-FFF2-40B4-BE49-F238E27FC236}">
                <a16:creationId xmlns:a16="http://schemas.microsoft.com/office/drawing/2014/main" id="{4B5DF08C-1FF5-9236-8E96-0F23F5E8D1F1}"/>
              </a:ext>
            </a:extLst>
          </p:cNvPr>
          <p:cNvSpPr>
            <a:spLocks noChangeArrowheads="1"/>
          </p:cNvSpPr>
          <p:nvPr/>
        </p:nvSpPr>
        <p:spPr bwMode="auto">
          <a:xfrm>
            <a:off x="2362200" y="2635630"/>
            <a:ext cx="6934199" cy="6445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4000" b="1" dirty="0">
                <a:latin typeface="Times New Roman" panose="02020603050405020304" pitchFamily="18" charset="0"/>
                <a:cs typeface="Times New Roman" panose="02020603050405020304" pitchFamily="18" charset="0"/>
              </a:rPr>
              <a:t>Logical Data Independence</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Changes logical schema.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No changes to applications. </a:t>
            </a:r>
          </a:p>
          <a:p>
            <a:pPr>
              <a:lnSpc>
                <a:spcPct val="150000"/>
              </a:lnSpc>
            </a:pPr>
            <a:r>
              <a:rPr lang="en-IN" sz="4000" b="1" dirty="0">
                <a:latin typeface="Times New Roman" panose="02020603050405020304" pitchFamily="18" charset="0"/>
                <a:cs typeface="Times New Roman" panose="02020603050405020304" pitchFamily="18" charset="0"/>
              </a:rPr>
              <a:t>Physical Data Independence</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Changes physical storage.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Logical schema remains unchanged.</a:t>
            </a:r>
          </a:p>
        </p:txBody>
      </p:sp>
      <p:pic>
        <p:nvPicPr>
          <p:cNvPr id="7" name="Picture 6" descr="The diagram illustrates the concept of data independence in a DBMS, showing how data at the conceptual level (schema) is logically independent, and how this abstraction further translates into physical independence at the storage level.&#10;&#10;AI-generated content may be incorrect.">
            <a:extLst>
              <a:ext uri="{FF2B5EF4-FFF2-40B4-BE49-F238E27FC236}">
                <a16:creationId xmlns:a16="http://schemas.microsoft.com/office/drawing/2014/main" id="{D2AEF66E-3436-BDE3-F65D-7ECAB61B9567}"/>
              </a:ext>
            </a:extLst>
          </p:cNvPr>
          <p:cNvPicPr>
            <a:picLocks noChangeAspect="1"/>
          </p:cNvPicPr>
          <p:nvPr/>
        </p:nvPicPr>
        <p:blipFill>
          <a:blip r:embed="rId4"/>
          <a:stretch>
            <a:fillRect/>
          </a:stretch>
        </p:blipFill>
        <p:spPr>
          <a:xfrm>
            <a:off x="10515600" y="2781299"/>
            <a:ext cx="6402328" cy="6153695"/>
          </a:xfrm>
          <a:prstGeom prst="rect">
            <a:avLst/>
          </a:prstGeom>
        </p:spPr>
      </p:pic>
    </p:spTree>
    <p:extLst>
      <p:ext uri="{BB962C8B-B14F-4D97-AF65-F5344CB8AC3E}">
        <p14:creationId xmlns:p14="http://schemas.microsoft.com/office/powerpoint/2010/main" val="3080537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2C7DA-DCFA-FC5A-02BA-78AE04152DD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1C09102-772A-6A19-46BD-62584FF155F7}"/>
              </a:ext>
            </a:extLst>
          </p:cNvPr>
          <p:cNvPicPr>
            <a:picLocks noChangeAspect="1"/>
          </p:cNvPicPr>
          <p:nvPr/>
        </p:nvPicPr>
        <p:blipFill>
          <a:blip r:embed="rId2"/>
          <a:stretch>
            <a:fillRect/>
          </a:stretch>
        </p:blipFill>
        <p:spPr>
          <a:xfrm>
            <a:off x="0" y="34353"/>
            <a:ext cx="1905000" cy="2118246"/>
          </a:xfrm>
          <a:prstGeom prst="rect">
            <a:avLst/>
          </a:prstGeom>
        </p:spPr>
      </p:pic>
      <p:pic>
        <p:nvPicPr>
          <p:cNvPr id="8" name="Picture 7">
            <a:extLst>
              <a:ext uri="{FF2B5EF4-FFF2-40B4-BE49-F238E27FC236}">
                <a16:creationId xmlns:a16="http://schemas.microsoft.com/office/drawing/2014/main" id="{4AA687D1-9651-3CA6-2380-766675EF0517}"/>
              </a:ext>
            </a:extLst>
          </p:cNvPr>
          <p:cNvPicPr>
            <a:picLocks noChangeAspect="1"/>
          </p:cNvPicPr>
          <p:nvPr/>
        </p:nvPicPr>
        <p:blipFill>
          <a:blip r:embed="rId3"/>
          <a:stretch>
            <a:fillRect/>
          </a:stretch>
        </p:blipFill>
        <p:spPr>
          <a:xfrm>
            <a:off x="16283602" y="-10697"/>
            <a:ext cx="1985660" cy="1877597"/>
          </a:xfrm>
          <a:prstGeom prst="rect">
            <a:avLst/>
          </a:prstGeom>
        </p:spPr>
      </p:pic>
      <p:sp>
        <p:nvSpPr>
          <p:cNvPr id="3" name="Rectangle 1">
            <a:extLst>
              <a:ext uri="{FF2B5EF4-FFF2-40B4-BE49-F238E27FC236}">
                <a16:creationId xmlns:a16="http://schemas.microsoft.com/office/drawing/2014/main" id="{DA764A9A-12DA-9514-4C49-87B90879D711}"/>
              </a:ext>
            </a:extLst>
          </p:cNvPr>
          <p:cNvSpPr>
            <a:spLocks noGrp="1" noChangeArrowheads="1"/>
          </p:cNvSpPr>
          <p:nvPr>
            <p:ph idx="1"/>
          </p:nvPr>
        </p:nvSpPr>
        <p:spPr bwMode="auto">
          <a:xfrm>
            <a:off x="375656" y="3238500"/>
            <a:ext cx="9296400" cy="6064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IN" sz="4400" b="1" dirty="0">
                <a:latin typeface="Times New Roman" panose="02020603050405020304" pitchFamily="18" charset="0"/>
                <a:cs typeface="Times New Roman" panose="02020603050405020304" pitchFamily="18" charset="0"/>
              </a:rPr>
              <a:t>Advantages:</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Easy to modify the database structure. </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Reduces application maintenance. </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Improves database flexibility and scalability. </a:t>
            </a:r>
          </a:p>
          <a:p>
            <a:pPr lvl="0" eaLnBrk="0" fontAlgn="base" hangingPunct="0">
              <a:lnSpc>
                <a:spcPct val="150000"/>
              </a:lnSpc>
              <a:spcBef>
                <a:spcPct val="0"/>
              </a:spcBef>
              <a:spcAft>
                <a:spcPct val="0"/>
              </a:spcAft>
            </a:pPr>
            <a:r>
              <a:rPr lang="en-IN" sz="4400" dirty="0">
                <a:latin typeface="Times New Roman" panose="02020603050405020304" pitchFamily="18" charset="0"/>
                <a:cs typeface="Times New Roman" panose="02020603050405020304" pitchFamily="18" charset="0"/>
              </a:rPr>
              <a:t>Enhances overall system performance.</a:t>
            </a:r>
            <a:endParaRPr kumimoji="0" lang="en-US" altLang="en-US" sz="4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8DFB180-6833-F6F2-19F9-58F6867F90F5}"/>
              </a:ext>
            </a:extLst>
          </p:cNvPr>
          <p:cNvSpPr txBox="1"/>
          <p:nvPr/>
        </p:nvSpPr>
        <p:spPr>
          <a:xfrm>
            <a:off x="4800600" y="1308437"/>
            <a:ext cx="9817862"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Advantages &amp; Conclusion</a:t>
            </a:r>
          </a:p>
        </p:txBody>
      </p:sp>
      <p:sp>
        <p:nvSpPr>
          <p:cNvPr id="4" name="TextBox 3">
            <a:extLst>
              <a:ext uri="{FF2B5EF4-FFF2-40B4-BE49-F238E27FC236}">
                <a16:creationId xmlns:a16="http://schemas.microsoft.com/office/drawing/2014/main" id="{03CF3AA7-E0B0-4513-31F4-FD1974D4624E}"/>
              </a:ext>
            </a:extLst>
          </p:cNvPr>
          <p:cNvSpPr txBox="1"/>
          <p:nvPr/>
        </p:nvSpPr>
        <p:spPr>
          <a:xfrm>
            <a:off x="10444744" y="3238500"/>
            <a:ext cx="7467600" cy="5062091"/>
          </a:xfrm>
          <a:prstGeom prst="rect">
            <a:avLst/>
          </a:prstGeom>
          <a:noFill/>
        </p:spPr>
        <p:txBody>
          <a:bodyPr wrap="square">
            <a:spAutoFit/>
          </a:bodyPr>
          <a:lstStyle/>
          <a:p>
            <a:pPr>
              <a:lnSpc>
                <a:spcPct val="150000"/>
              </a:lnSpc>
            </a:pPr>
            <a:r>
              <a:rPr lang="en-IN" sz="4400" b="1" dirty="0">
                <a:latin typeface="Times New Roman" panose="02020603050405020304" pitchFamily="18" charset="0"/>
                <a:cs typeface="Times New Roman" panose="02020603050405020304" pitchFamily="18" charset="0"/>
              </a:rPr>
              <a:t>Conclusion:</a:t>
            </a:r>
            <a:br>
              <a:rPr lang="en-IN" sz="4400" dirty="0">
                <a:latin typeface="Times New Roman" panose="02020603050405020304" pitchFamily="18" charset="0"/>
                <a:cs typeface="Times New Roman" panose="02020603050405020304" pitchFamily="18" charset="0"/>
              </a:rPr>
            </a:br>
            <a:r>
              <a:rPr lang="en-IN" sz="4400" dirty="0">
                <a:latin typeface="Times New Roman" panose="02020603050405020304" pitchFamily="18" charset="0"/>
                <a:cs typeface="Times New Roman" panose="02020603050405020304" pitchFamily="18" charset="0"/>
              </a:rPr>
              <a:t>Data independence enhances database efficiency by allowing changes without affecting application programs</a:t>
            </a:r>
            <a:r>
              <a:rPr lang="en-IN" sz="4400" dirty="0"/>
              <a:t>.</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4180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5BD19-A264-6F37-7FD2-5B75E7E12BC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DAF5E2A-D585-13B0-5947-1DDA6F63973E}"/>
              </a:ext>
            </a:extLst>
          </p:cNvPr>
          <p:cNvPicPr>
            <a:picLocks noChangeAspect="1"/>
          </p:cNvPicPr>
          <p:nvPr/>
        </p:nvPicPr>
        <p:blipFill>
          <a:blip r:embed="rId2"/>
          <a:stretch>
            <a:fillRect/>
          </a:stretch>
        </p:blipFill>
        <p:spPr>
          <a:xfrm>
            <a:off x="0" y="21771"/>
            <a:ext cx="1774371" cy="1972995"/>
          </a:xfrm>
          <a:prstGeom prst="rect">
            <a:avLst/>
          </a:prstGeom>
        </p:spPr>
      </p:pic>
      <p:pic>
        <p:nvPicPr>
          <p:cNvPr id="7" name="Picture 6">
            <a:extLst>
              <a:ext uri="{FF2B5EF4-FFF2-40B4-BE49-F238E27FC236}">
                <a16:creationId xmlns:a16="http://schemas.microsoft.com/office/drawing/2014/main" id="{76BCDA3B-47BE-6C30-12C4-D03A0B7F14CB}"/>
              </a:ext>
            </a:extLst>
          </p:cNvPr>
          <p:cNvPicPr>
            <a:picLocks noChangeAspect="1"/>
          </p:cNvPicPr>
          <p:nvPr/>
        </p:nvPicPr>
        <p:blipFill>
          <a:blip r:embed="rId3"/>
          <a:stretch>
            <a:fillRect/>
          </a:stretch>
        </p:blipFill>
        <p:spPr>
          <a:xfrm>
            <a:off x="16178428" y="21771"/>
            <a:ext cx="2109572" cy="1994766"/>
          </a:xfrm>
          <a:prstGeom prst="rect">
            <a:avLst/>
          </a:prstGeom>
        </p:spPr>
      </p:pic>
      <p:sp>
        <p:nvSpPr>
          <p:cNvPr id="3" name="TextBox 2">
            <a:extLst>
              <a:ext uri="{FF2B5EF4-FFF2-40B4-BE49-F238E27FC236}">
                <a16:creationId xmlns:a16="http://schemas.microsoft.com/office/drawing/2014/main" id="{C197D470-C690-3F82-56B5-791A51DF206A}"/>
              </a:ext>
            </a:extLst>
          </p:cNvPr>
          <p:cNvSpPr txBox="1"/>
          <p:nvPr/>
        </p:nvSpPr>
        <p:spPr>
          <a:xfrm>
            <a:off x="3299467" y="4000500"/>
            <a:ext cx="12725400" cy="1938992"/>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Question 4: Software Components </a:t>
            </a:r>
          </a:p>
          <a:p>
            <a:r>
              <a:rPr lang="en-IN" sz="6000" b="1" dirty="0">
                <a:latin typeface="Times New Roman" panose="02020603050405020304" pitchFamily="18" charset="0"/>
                <a:cs typeface="Times New Roman" panose="02020603050405020304" pitchFamily="18" charset="0"/>
              </a:rPr>
              <a:t>                   of DBMS</a:t>
            </a:r>
          </a:p>
        </p:txBody>
      </p:sp>
    </p:spTree>
    <p:extLst>
      <p:ext uri="{BB962C8B-B14F-4D97-AF65-F5344CB8AC3E}">
        <p14:creationId xmlns:p14="http://schemas.microsoft.com/office/powerpoint/2010/main" val="2324905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C485C-0A9A-E3CF-CDBC-3FBECB63751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16DB5DB-61E7-E200-F124-42C84A58BB68}"/>
              </a:ext>
            </a:extLst>
          </p:cNvPr>
          <p:cNvPicPr>
            <a:picLocks noChangeAspect="1"/>
          </p:cNvPicPr>
          <p:nvPr/>
        </p:nvPicPr>
        <p:blipFill>
          <a:blip r:embed="rId2"/>
          <a:stretch>
            <a:fillRect/>
          </a:stretch>
        </p:blipFill>
        <p:spPr>
          <a:xfrm>
            <a:off x="-21771" y="-20355"/>
            <a:ext cx="1850571" cy="2057725"/>
          </a:xfrm>
          <a:prstGeom prst="rect">
            <a:avLst/>
          </a:prstGeom>
        </p:spPr>
      </p:pic>
      <p:pic>
        <p:nvPicPr>
          <p:cNvPr id="9" name="Picture 8">
            <a:extLst>
              <a:ext uri="{FF2B5EF4-FFF2-40B4-BE49-F238E27FC236}">
                <a16:creationId xmlns:a16="http://schemas.microsoft.com/office/drawing/2014/main" id="{41EA749D-C23E-9E51-5610-7795C4362940}"/>
              </a:ext>
            </a:extLst>
          </p:cNvPr>
          <p:cNvPicPr>
            <a:picLocks noChangeAspect="1"/>
          </p:cNvPicPr>
          <p:nvPr/>
        </p:nvPicPr>
        <p:blipFill>
          <a:blip r:embed="rId3"/>
          <a:stretch>
            <a:fillRect/>
          </a:stretch>
        </p:blipFill>
        <p:spPr>
          <a:xfrm>
            <a:off x="16319158" y="81405"/>
            <a:ext cx="1968842" cy="1861695"/>
          </a:xfrm>
          <a:prstGeom prst="rect">
            <a:avLst/>
          </a:prstGeom>
        </p:spPr>
      </p:pic>
      <p:sp>
        <p:nvSpPr>
          <p:cNvPr id="3" name="TextBox 2">
            <a:extLst>
              <a:ext uri="{FF2B5EF4-FFF2-40B4-BE49-F238E27FC236}">
                <a16:creationId xmlns:a16="http://schemas.microsoft.com/office/drawing/2014/main" id="{7F8667DA-DD63-C69D-6149-FC0D1AE6CB70}"/>
              </a:ext>
            </a:extLst>
          </p:cNvPr>
          <p:cNvSpPr txBox="1"/>
          <p:nvPr/>
        </p:nvSpPr>
        <p:spPr>
          <a:xfrm>
            <a:off x="6852378" y="1085525"/>
            <a:ext cx="5873021"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Query Processor</a:t>
            </a:r>
          </a:p>
        </p:txBody>
      </p:sp>
      <p:sp>
        <p:nvSpPr>
          <p:cNvPr id="11" name="TextBox 10">
            <a:extLst>
              <a:ext uri="{FF2B5EF4-FFF2-40B4-BE49-F238E27FC236}">
                <a16:creationId xmlns:a16="http://schemas.microsoft.com/office/drawing/2014/main" id="{B2F7D50F-DC15-1E58-EEDD-D6DE4151FF1A}"/>
              </a:ext>
            </a:extLst>
          </p:cNvPr>
          <p:cNvSpPr txBox="1"/>
          <p:nvPr/>
        </p:nvSpPr>
        <p:spPr>
          <a:xfrm>
            <a:off x="1600200" y="2552700"/>
            <a:ext cx="15777684" cy="7471725"/>
          </a:xfrm>
          <a:prstGeom prst="rect">
            <a:avLst/>
          </a:prstGeom>
          <a:noFill/>
        </p:spPr>
        <p:txBody>
          <a:bodyPr wrap="square">
            <a:spAutoFit/>
          </a:bodyPr>
          <a:lstStyle/>
          <a:p>
            <a:pPr>
              <a:lnSpc>
                <a:spcPct val="150000"/>
              </a:lnSpc>
            </a:pPr>
            <a:r>
              <a:rPr lang="en-IN" sz="3600" b="1" dirty="0">
                <a:latin typeface="Times New Roman" panose="02020603050405020304" pitchFamily="18" charset="0"/>
                <a:cs typeface="Times New Roman" panose="02020603050405020304" pitchFamily="18" charset="0"/>
              </a:rPr>
              <a:t>Functions:</a:t>
            </a:r>
            <a:endParaRPr lang="en-IN" sz="3600" dirty="0">
              <a:latin typeface="Times New Roman" panose="02020603050405020304" pitchFamily="18" charset="0"/>
              <a:cs typeface="Times New Roman" panose="02020603050405020304" pitchFamily="18" charset="0"/>
            </a:endParaRPr>
          </a:p>
          <a:p>
            <a:pPr>
              <a:lnSpc>
                <a:spcPct val="150000"/>
              </a:lnSpc>
            </a:pPr>
            <a:r>
              <a:rPr lang="en-IN" sz="3600" b="1" dirty="0">
                <a:latin typeface="Times New Roman" panose="02020603050405020304" pitchFamily="18" charset="0"/>
                <a:cs typeface="Times New Roman" panose="02020603050405020304" pitchFamily="18" charset="0"/>
              </a:rPr>
              <a:t>Parses SQL Queries:</a:t>
            </a:r>
            <a:r>
              <a:rPr lang="en-IN" sz="3600" dirty="0">
                <a:latin typeface="Times New Roman" panose="02020603050405020304" pitchFamily="18" charset="0"/>
                <a:cs typeface="Times New Roman" panose="02020603050405020304" pitchFamily="18" charset="0"/>
              </a:rPr>
              <a:t> Checks the syntax and converts SQL statements into an internal format. </a:t>
            </a:r>
          </a:p>
          <a:p>
            <a:pPr>
              <a:lnSpc>
                <a:spcPct val="150000"/>
              </a:lnSpc>
            </a:pPr>
            <a:r>
              <a:rPr lang="en-IN" sz="3600" b="1" dirty="0">
                <a:latin typeface="Times New Roman" panose="02020603050405020304" pitchFamily="18" charset="0"/>
                <a:cs typeface="Times New Roman" panose="02020603050405020304" pitchFamily="18" charset="0"/>
              </a:rPr>
              <a:t>Optimizes Queries:</a:t>
            </a:r>
            <a:r>
              <a:rPr lang="en-IN" sz="3600" dirty="0">
                <a:latin typeface="Times New Roman" panose="02020603050405020304" pitchFamily="18" charset="0"/>
                <a:cs typeface="Times New Roman" panose="02020603050405020304" pitchFamily="18" charset="0"/>
              </a:rPr>
              <a:t> Selects the most efficient execution plan to improve performance. </a:t>
            </a:r>
          </a:p>
          <a:p>
            <a:pPr>
              <a:lnSpc>
                <a:spcPct val="150000"/>
              </a:lnSpc>
            </a:pPr>
            <a:r>
              <a:rPr lang="en-IN" sz="3600" b="1" dirty="0">
                <a:latin typeface="Times New Roman" panose="02020603050405020304" pitchFamily="18" charset="0"/>
                <a:cs typeface="Times New Roman" panose="02020603050405020304" pitchFamily="18" charset="0"/>
              </a:rPr>
              <a:t>Executes Queries:</a:t>
            </a:r>
            <a:r>
              <a:rPr lang="en-IN" sz="3600" dirty="0">
                <a:latin typeface="Times New Roman" panose="02020603050405020304" pitchFamily="18" charset="0"/>
                <a:cs typeface="Times New Roman" panose="02020603050405020304" pitchFamily="18" charset="0"/>
              </a:rPr>
              <a:t> Processes the optimized query and performs the requested operations. </a:t>
            </a:r>
          </a:p>
          <a:p>
            <a:pPr>
              <a:lnSpc>
                <a:spcPct val="150000"/>
              </a:lnSpc>
            </a:pPr>
            <a:r>
              <a:rPr lang="en-IN" sz="3600" b="1" dirty="0">
                <a:latin typeface="Times New Roman" panose="02020603050405020304" pitchFamily="18" charset="0"/>
                <a:cs typeface="Times New Roman" panose="02020603050405020304" pitchFamily="18" charset="0"/>
              </a:rPr>
              <a:t>Retrieves Required Data:</a:t>
            </a:r>
            <a:r>
              <a:rPr lang="en-IN" sz="3600" dirty="0">
                <a:latin typeface="Times New Roman" panose="02020603050405020304" pitchFamily="18" charset="0"/>
                <a:cs typeface="Times New Roman" panose="02020603050405020304" pitchFamily="18" charset="0"/>
              </a:rPr>
              <a:t> Fetches the requested data from the database and returns the results to the user. </a:t>
            </a:r>
          </a:p>
        </p:txBody>
      </p:sp>
    </p:spTree>
    <p:extLst>
      <p:ext uri="{BB962C8B-B14F-4D97-AF65-F5344CB8AC3E}">
        <p14:creationId xmlns:p14="http://schemas.microsoft.com/office/powerpoint/2010/main" val="3626478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843FC-3A1E-2BCD-2D7B-492D5B629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8CACC-A15F-1D83-4DC5-FFA677B393BD}"/>
              </a:ext>
            </a:extLst>
          </p:cNvPr>
          <p:cNvSpPr>
            <a:spLocks noGrp="1"/>
          </p:cNvSpPr>
          <p:nvPr>
            <p:ph type="title"/>
          </p:nvPr>
        </p:nvSpPr>
        <p:spPr>
          <a:xfrm>
            <a:off x="2514599" y="513310"/>
            <a:ext cx="13563600" cy="1677391"/>
          </a:xfrm>
        </p:spPr>
        <p:txBody>
          <a:bodyPr>
            <a:noAutofit/>
          </a:bodyPr>
          <a:lstStyle/>
          <a:p>
            <a:r>
              <a:rPr lang="en-IN" sz="6000" b="1" dirty="0">
                <a:latin typeface="Times New Roman" panose="02020603050405020304" pitchFamily="18" charset="0"/>
                <a:cs typeface="Times New Roman" panose="02020603050405020304" pitchFamily="18" charset="0"/>
              </a:rPr>
              <a:t>Storage Manager &amp; Transaction Manager</a:t>
            </a:r>
            <a:endParaRPr lang="en-US" sz="6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29787E1-D394-266D-C1D9-CC09361D583E}"/>
              </a:ext>
            </a:extLst>
          </p:cNvPr>
          <p:cNvPicPr>
            <a:picLocks noChangeAspect="1"/>
          </p:cNvPicPr>
          <p:nvPr/>
        </p:nvPicPr>
        <p:blipFill>
          <a:blip r:embed="rId2"/>
          <a:stretch>
            <a:fillRect/>
          </a:stretch>
        </p:blipFill>
        <p:spPr>
          <a:xfrm>
            <a:off x="0" y="18113"/>
            <a:ext cx="1774478" cy="1880253"/>
          </a:xfrm>
          <a:prstGeom prst="rect">
            <a:avLst/>
          </a:prstGeom>
        </p:spPr>
      </p:pic>
      <p:pic>
        <p:nvPicPr>
          <p:cNvPr id="6" name="Picture 5">
            <a:extLst>
              <a:ext uri="{FF2B5EF4-FFF2-40B4-BE49-F238E27FC236}">
                <a16:creationId xmlns:a16="http://schemas.microsoft.com/office/drawing/2014/main" id="{868BC2EA-CBCE-677E-4076-69CE79B1D326}"/>
              </a:ext>
            </a:extLst>
          </p:cNvPr>
          <p:cNvPicPr>
            <a:picLocks noChangeAspect="1"/>
          </p:cNvPicPr>
          <p:nvPr/>
        </p:nvPicPr>
        <p:blipFill>
          <a:blip r:embed="rId3"/>
          <a:stretch>
            <a:fillRect/>
          </a:stretch>
        </p:blipFill>
        <p:spPr>
          <a:xfrm>
            <a:off x="16503528" y="-8984"/>
            <a:ext cx="1774478" cy="1867193"/>
          </a:xfrm>
          <a:prstGeom prst="rect">
            <a:avLst/>
          </a:prstGeom>
        </p:spPr>
      </p:pic>
      <p:sp>
        <p:nvSpPr>
          <p:cNvPr id="9" name="Rectangle 3">
            <a:extLst>
              <a:ext uri="{FF2B5EF4-FFF2-40B4-BE49-F238E27FC236}">
                <a16:creationId xmlns:a16="http://schemas.microsoft.com/office/drawing/2014/main" id="{35C4D5D3-D4EA-19BA-26EB-8BDE625B295F}"/>
              </a:ext>
            </a:extLst>
          </p:cNvPr>
          <p:cNvSpPr>
            <a:spLocks noChangeArrowheads="1"/>
          </p:cNvSpPr>
          <p:nvPr/>
        </p:nvSpPr>
        <p:spPr bwMode="auto">
          <a:xfrm>
            <a:off x="1600200" y="2628900"/>
            <a:ext cx="8153400" cy="7368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IN" sz="4000" b="1" dirty="0">
                <a:latin typeface="Times New Roman" panose="02020603050405020304" pitchFamily="18" charset="0"/>
                <a:cs typeface="Times New Roman" panose="02020603050405020304" pitchFamily="18" charset="0"/>
              </a:rPr>
              <a:t>Storage Manager</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Stores data.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Manages files.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Handles memory. </a:t>
            </a:r>
          </a:p>
          <a:p>
            <a:pPr>
              <a:lnSpc>
                <a:spcPct val="150000"/>
              </a:lnSpc>
            </a:pPr>
            <a:r>
              <a:rPr lang="en-IN" sz="4000" b="1" dirty="0">
                <a:latin typeface="Times New Roman" panose="02020603050405020304" pitchFamily="18" charset="0"/>
                <a:cs typeface="Times New Roman" panose="02020603050405020304" pitchFamily="18" charset="0"/>
              </a:rPr>
              <a:t>Transaction Manager</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Maintains ACID properties.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Controls concurrent transactions.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Performs recovery.</a:t>
            </a:r>
          </a:p>
        </p:txBody>
      </p:sp>
      <p:pic>
        <p:nvPicPr>
          <p:cNvPr id="4" name="Picture 3" descr="The diagram illustrates a hierarchical structure of software components involved in a Database Management System (DBMS), including user applications, query processors, compilers, optimizers, managers for storage, transactions, authorization, integrity, file handling, concurrency control, buffering, and recovery, all culminating in a stored database.&#10;&#10;AI-generated content may be incorrect.">
            <a:extLst>
              <a:ext uri="{FF2B5EF4-FFF2-40B4-BE49-F238E27FC236}">
                <a16:creationId xmlns:a16="http://schemas.microsoft.com/office/drawing/2014/main" id="{75E54CA7-4021-3855-B9A1-C86F51CF7B7D}"/>
              </a:ext>
            </a:extLst>
          </p:cNvPr>
          <p:cNvPicPr>
            <a:picLocks noChangeAspect="1"/>
          </p:cNvPicPr>
          <p:nvPr/>
        </p:nvPicPr>
        <p:blipFill>
          <a:blip r:embed="rId4"/>
          <a:stretch>
            <a:fillRect/>
          </a:stretch>
        </p:blipFill>
        <p:spPr>
          <a:xfrm>
            <a:off x="10668000" y="3277235"/>
            <a:ext cx="6400800" cy="6906127"/>
          </a:xfrm>
          <a:prstGeom prst="rect">
            <a:avLst/>
          </a:prstGeom>
        </p:spPr>
      </p:pic>
    </p:spTree>
    <p:extLst>
      <p:ext uri="{BB962C8B-B14F-4D97-AF65-F5344CB8AC3E}">
        <p14:creationId xmlns:p14="http://schemas.microsoft.com/office/powerpoint/2010/main" val="3478347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7E0FC-196F-4BE1-415F-4B5A806C040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C6C06B8-B599-5112-6A92-D02DF7C94A0A}"/>
              </a:ext>
            </a:extLst>
          </p:cNvPr>
          <p:cNvPicPr>
            <a:picLocks noChangeAspect="1"/>
          </p:cNvPicPr>
          <p:nvPr/>
        </p:nvPicPr>
        <p:blipFill>
          <a:blip r:embed="rId2"/>
          <a:stretch>
            <a:fillRect/>
          </a:stretch>
        </p:blipFill>
        <p:spPr>
          <a:xfrm>
            <a:off x="1248" y="0"/>
            <a:ext cx="1827551" cy="2032128"/>
          </a:xfrm>
          <a:prstGeom prst="rect">
            <a:avLst/>
          </a:prstGeom>
        </p:spPr>
      </p:pic>
      <p:pic>
        <p:nvPicPr>
          <p:cNvPr id="8" name="Picture 7">
            <a:extLst>
              <a:ext uri="{FF2B5EF4-FFF2-40B4-BE49-F238E27FC236}">
                <a16:creationId xmlns:a16="http://schemas.microsoft.com/office/drawing/2014/main" id="{A6F71702-65FF-DE7D-2A13-8FAAEB04644F}"/>
              </a:ext>
            </a:extLst>
          </p:cNvPr>
          <p:cNvPicPr>
            <a:picLocks noChangeAspect="1"/>
          </p:cNvPicPr>
          <p:nvPr/>
        </p:nvPicPr>
        <p:blipFill>
          <a:blip r:embed="rId3"/>
          <a:stretch>
            <a:fillRect/>
          </a:stretch>
        </p:blipFill>
        <p:spPr>
          <a:xfrm>
            <a:off x="16392991" y="120313"/>
            <a:ext cx="1893761" cy="1790700"/>
          </a:xfrm>
          <a:prstGeom prst="rect">
            <a:avLst/>
          </a:prstGeom>
        </p:spPr>
      </p:pic>
      <p:sp>
        <p:nvSpPr>
          <p:cNvPr id="11" name="TextBox 10">
            <a:extLst>
              <a:ext uri="{FF2B5EF4-FFF2-40B4-BE49-F238E27FC236}">
                <a16:creationId xmlns:a16="http://schemas.microsoft.com/office/drawing/2014/main" id="{EC27F188-0E63-A6DE-7E5E-E67B2A5C82D7}"/>
              </a:ext>
            </a:extLst>
          </p:cNvPr>
          <p:cNvSpPr txBox="1"/>
          <p:nvPr/>
        </p:nvSpPr>
        <p:spPr>
          <a:xfrm>
            <a:off x="7137781" y="1104733"/>
            <a:ext cx="3886200"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Conclusion</a:t>
            </a:r>
          </a:p>
        </p:txBody>
      </p:sp>
      <p:sp>
        <p:nvSpPr>
          <p:cNvPr id="6" name="TextBox 5">
            <a:extLst>
              <a:ext uri="{FF2B5EF4-FFF2-40B4-BE49-F238E27FC236}">
                <a16:creationId xmlns:a16="http://schemas.microsoft.com/office/drawing/2014/main" id="{012E8FFF-1A32-99AA-5F45-F4D2F06A9329}"/>
              </a:ext>
            </a:extLst>
          </p:cNvPr>
          <p:cNvSpPr txBox="1"/>
          <p:nvPr/>
        </p:nvSpPr>
        <p:spPr>
          <a:xfrm>
            <a:off x="1635801" y="3695700"/>
            <a:ext cx="15016397" cy="4978735"/>
          </a:xfrm>
          <a:prstGeom prst="rect">
            <a:avLst/>
          </a:prstGeom>
          <a:noFill/>
        </p:spPr>
        <p:txBody>
          <a:bodyPr wrap="square">
            <a:spAutoFit/>
          </a:bodyPr>
          <a:lstStyle/>
          <a:p>
            <a:pPr>
              <a:lnSpc>
                <a:spcPct val="150000"/>
              </a:lnSpc>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 The </a:t>
            </a:r>
            <a:r>
              <a:rPr lang="en-IN" sz="3600" b="1" dirty="0">
                <a:latin typeface="Times New Roman" panose="02020603050405020304" pitchFamily="18" charset="0"/>
                <a:cs typeface="Times New Roman" panose="02020603050405020304" pitchFamily="18" charset="0"/>
              </a:rPr>
              <a:t>Query Processor</a:t>
            </a:r>
            <a:r>
              <a:rPr lang="en-IN" sz="3600" dirty="0">
                <a:latin typeface="Times New Roman" panose="02020603050405020304" pitchFamily="18" charset="0"/>
                <a:cs typeface="Times New Roman" panose="02020603050405020304" pitchFamily="18" charset="0"/>
              </a:rPr>
              <a:t> interprets and executes SQL queries efficiently. </a:t>
            </a:r>
          </a:p>
          <a:p>
            <a:pPr>
              <a:lnSpc>
                <a:spcPct val="150000"/>
              </a:lnSpc>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 The </a:t>
            </a:r>
            <a:r>
              <a:rPr lang="en-IN" sz="3600" b="1" dirty="0">
                <a:latin typeface="Times New Roman" panose="02020603050405020304" pitchFamily="18" charset="0"/>
                <a:cs typeface="Times New Roman" panose="02020603050405020304" pitchFamily="18" charset="0"/>
              </a:rPr>
              <a:t>Storage Manager</a:t>
            </a:r>
            <a:r>
              <a:rPr lang="en-IN" sz="3600" dirty="0">
                <a:latin typeface="Times New Roman" panose="02020603050405020304" pitchFamily="18" charset="0"/>
                <a:cs typeface="Times New Roman" panose="02020603050405020304" pitchFamily="18" charset="0"/>
              </a:rPr>
              <a:t> organizes, stores, and retrieves data securely. </a:t>
            </a:r>
          </a:p>
          <a:p>
            <a:pPr>
              <a:lnSpc>
                <a:spcPct val="150000"/>
              </a:lnSpc>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 The </a:t>
            </a:r>
            <a:r>
              <a:rPr lang="en-IN" sz="3600" b="1" dirty="0">
                <a:latin typeface="Times New Roman" panose="02020603050405020304" pitchFamily="18" charset="0"/>
                <a:cs typeface="Times New Roman" panose="02020603050405020304" pitchFamily="18" charset="0"/>
              </a:rPr>
              <a:t>Transaction Manager</a:t>
            </a:r>
            <a:r>
              <a:rPr lang="en-IN" sz="3600" dirty="0">
                <a:latin typeface="Times New Roman" panose="02020603050405020304" pitchFamily="18" charset="0"/>
                <a:cs typeface="Times New Roman" panose="02020603050405020304" pitchFamily="18" charset="0"/>
              </a:rPr>
              <a:t> ensures data consistency and maintains ACID  </a:t>
            </a:r>
          </a:p>
          <a:p>
            <a:pPr>
              <a:lnSpc>
                <a:spcPct val="150000"/>
              </a:lnSpc>
            </a:pPr>
            <a:r>
              <a:rPr lang="en-IN" sz="3600" dirty="0">
                <a:latin typeface="Times New Roman" panose="02020603050405020304" pitchFamily="18" charset="0"/>
                <a:cs typeface="Times New Roman" panose="02020603050405020304" pitchFamily="18" charset="0"/>
              </a:rPr>
              <a:t>   properties. </a:t>
            </a:r>
          </a:p>
          <a:p>
            <a:pPr>
              <a:lnSpc>
                <a:spcPct val="150000"/>
              </a:lnSpc>
              <a:buFont typeface="Arial" panose="020B0604020202020204" pitchFamily="34" charset="0"/>
              <a:buChar char="•"/>
            </a:pPr>
            <a:r>
              <a:rPr lang="en-IN" sz="3600" b="1" dirty="0">
                <a:latin typeface="Times New Roman" panose="02020603050405020304" pitchFamily="18" charset="0"/>
                <a:cs typeface="Times New Roman" panose="02020603050405020304" pitchFamily="18" charset="0"/>
              </a:rPr>
              <a:t> Together, these components ensure efficient, secure, and reliable  </a:t>
            </a:r>
          </a:p>
          <a:p>
            <a:pPr>
              <a:lnSpc>
                <a:spcPct val="150000"/>
              </a:lnSpc>
            </a:pPr>
            <a:r>
              <a:rPr lang="en-IN" sz="3600" b="1" dirty="0">
                <a:latin typeface="Times New Roman" panose="02020603050405020304" pitchFamily="18" charset="0"/>
                <a:cs typeface="Times New Roman" panose="02020603050405020304" pitchFamily="18" charset="0"/>
              </a:rPr>
              <a:t>   database management.</a:t>
            </a:r>
            <a:r>
              <a:rPr lang="en-IN" sz="3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57410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02571-EC03-4510-D675-87BB1C3A774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A24920F-8BC5-7949-2426-E89B7D5B47CF}"/>
              </a:ext>
            </a:extLst>
          </p:cNvPr>
          <p:cNvPicPr>
            <a:picLocks noChangeAspect="1"/>
          </p:cNvPicPr>
          <p:nvPr/>
        </p:nvPicPr>
        <p:blipFill>
          <a:blip r:embed="rId2"/>
          <a:stretch>
            <a:fillRect/>
          </a:stretch>
        </p:blipFill>
        <p:spPr>
          <a:xfrm>
            <a:off x="0" y="21771"/>
            <a:ext cx="1774371" cy="1972995"/>
          </a:xfrm>
          <a:prstGeom prst="rect">
            <a:avLst/>
          </a:prstGeom>
        </p:spPr>
      </p:pic>
      <p:pic>
        <p:nvPicPr>
          <p:cNvPr id="7" name="Picture 6">
            <a:extLst>
              <a:ext uri="{FF2B5EF4-FFF2-40B4-BE49-F238E27FC236}">
                <a16:creationId xmlns:a16="http://schemas.microsoft.com/office/drawing/2014/main" id="{7C8339EA-B815-AFD6-80E0-8D253DD741C6}"/>
              </a:ext>
            </a:extLst>
          </p:cNvPr>
          <p:cNvPicPr>
            <a:picLocks noChangeAspect="1"/>
          </p:cNvPicPr>
          <p:nvPr/>
        </p:nvPicPr>
        <p:blipFill>
          <a:blip r:embed="rId3"/>
          <a:stretch>
            <a:fillRect/>
          </a:stretch>
        </p:blipFill>
        <p:spPr>
          <a:xfrm>
            <a:off x="16178428" y="21771"/>
            <a:ext cx="2109572" cy="1994766"/>
          </a:xfrm>
          <a:prstGeom prst="rect">
            <a:avLst/>
          </a:prstGeom>
        </p:spPr>
      </p:pic>
      <p:sp>
        <p:nvSpPr>
          <p:cNvPr id="3" name="TextBox 2">
            <a:extLst>
              <a:ext uri="{FF2B5EF4-FFF2-40B4-BE49-F238E27FC236}">
                <a16:creationId xmlns:a16="http://schemas.microsoft.com/office/drawing/2014/main" id="{3F090EB3-74E9-3D69-E0BC-36E9B557C59D}"/>
              </a:ext>
            </a:extLst>
          </p:cNvPr>
          <p:cNvSpPr txBox="1"/>
          <p:nvPr/>
        </p:nvSpPr>
        <p:spPr>
          <a:xfrm>
            <a:off x="2895600" y="4457700"/>
            <a:ext cx="12725400"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Question 5: Strong and Weak Entities</a:t>
            </a:r>
          </a:p>
        </p:txBody>
      </p:sp>
    </p:spTree>
    <p:extLst>
      <p:ext uri="{BB962C8B-B14F-4D97-AF65-F5344CB8AC3E}">
        <p14:creationId xmlns:p14="http://schemas.microsoft.com/office/powerpoint/2010/main" val="757219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A7E32-6AB2-E77E-A4D3-63880153A4C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A2E4590-5292-FB17-BFC1-991688B8CA2B}"/>
              </a:ext>
            </a:extLst>
          </p:cNvPr>
          <p:cNvPicPr>
            <a:picLocks noChangeAspect="1"/>
          </p:cNvPicPr>
          <p:nvPr/>
        </p:nvPicPr>
        <p:blipFill>
          <a:blip r:embed="rId2"/>
          <a:stretch>
            <a:fillRect/>
          </a:stretch>
        </p:blipFill>
        <p:spPr>
          <a:xfrm>
            <a:off x="-21771" y="-20355"/>
            <a:ext cx="1850571" cy="2057725"/>
          </a:xfrm>
          <a:prstGeom prst="rect">
            <a:avLst/>
          </a:prstGeom>
        </p:spPr>
      </p:pic>
      <p:pic>
        <p:nvPicPr>
          <p:cNvPr id="9" name="Picture 8">
            <a:extLst>
              <a:ext uri="{FF2B5EF4-FFF2-40B4-BE49-F238E27FC236}">
                <a16:creationId xmlns:a16="http://schemas.microsoft.com/office/drawing/2014/main" id="{58AB97D5-BAF0-C254-16AF-EE6B5D09D580}"/>
              </a:ext>
            </a:extLst>
          </p:cNvPr>
          <p:cNvPicPr>
            <a:picLocks noChangeAspect="1"/>
          </p:cNvPicPr>
          <p:nvPr/>
        </p:nvPicPr>
        <p:blipFill>
          <a:blip r:embed="rId3"/>
          <a:stretch>
            <a:fillRect/>
          </a:stretch>
        </p:blipFill>
        <p:spPr>
          <a:xfrm>
            <a:off x="16220607" y="-625"/>
            <a:ext cx="2057400" cy="1945433"/>
          </a:xfrm>
          <a:prstGeom prst="rect">
            <a:avLst/>
          </a:prstGeom>
        </p:spPr>
      </p:pic>
      <p:sp>
        <p:nvSpPr>
          <p:cNvPr id="3" name="TextBox 2">
            <a:extLst>
              <a:ext uri="{FF2B5EF4-FFF2-40B4-BE49-F238E27FC236}">
                <a16:creationId xmlns:a16="http://schemas.microsoft.com/office/drawing/2014/main" id="{4EAD9188-A383-085D-6493-1ED2F1E25ED3}"/>
              </a:ext>
            </a:extLst>
          </p:cNvPr>
          <p:cNvSpPr txBox="1"/>
          <p:nvPr/>
        </p:nvSpPr>
        <p:spPr>
          <a:xfrm>
            <a:off x="6852378" y="952500"/>
            <a:ext cx="5187221"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Strong Entity</a:t>
            </a:r>
          </a:p>
        </p:txBody>
      </p:sp>
      <p:sp>
        <p:nvSpPr>
          <p:cNvPr id="11" name="TextBox 10">
            <a:extLst>
              <a:ext uri="{FF2B5EF4-FFF2-40B4-BE49-F238E27FC236}">
                <a16:creationId xmlns:a16="http://schemas.microsoft.com/office/drawing/2014/main" id="{6E2140BB-3DDC-5F39-C3EE-E00F112F27D3}"/>
              </a:ext>
            </a:extLst>
          </p:cNvPr>
          <p:cNvSpPr txBox="1"/>
          <p:nvPr/>
        </p:nvSpPr>
        <p:spPr>
          <a:xfrm>
            <a:off x="2514600" y="2705100"/>
            <a:ext cx="12727675" cy="7368364"/>
          </a:xfrm>
          <a:prstGeom prst="rect">
            <a:avLst/>
          </a:prstGeom>
          <a:noFill/>
        </p:spPr>
        <p:txBody>
          <a:bodyPr wrap="square">
            <a:spAutoFit/>
          </a:bodyPr>
          <a:lstStyle/>
          <a:p>
            <a:pPr>
              <a:lnSpc>
                <a:spcPct val="150000"/>
              </a:lnSpc>
            </a:pPr>
            <a:r>
              <a:rPr lang="en-IN" sz="4000" b="1" dirty="0">
                <a:latin typeface="Times New Roman" panose="02020603050405020304" pitchFamily="18" charset="0"/>
                <a:cs typeface="Times New Roman" panose="02020603050405020304" pitchFamily="18" charset="0"/>
              </a:rPr>
              <a:t>Features</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Has a </a:t>
            </a:r>
            <a:r>
              <a:rPr lang="en-IN" sz="4000" b="1" dirty="0">
                <a:latin typeface="Times New Roman" panose="02020603050405020304" pitchFamily="18" charset="0"/>
                <a:cs typeface="Times New Roman" panose="02020603050405020304" pitchFamily="18" charset="0"/>
              </a:rPr>
              <a:t>Primary Key</a:t>
            </a:r>
            <a:r>
              <a:rPr lang="en-IN" sz="4000" dirty="0">
                <a:latin typeface="Times New Roman" panose="02020603050405020304" pitchFamily="18" charset="0"/>
                <a:cs typeface="Times New Roman" panose="02020603050405020304" pitchFamily="18" charset="0"/>
              </a:rPr>
              <a:t> to uniquely identify each record.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Exists </a:t>
            </a:r>
            <a:r>
              <a:rPr lang="en-IN" sz="4000" b="1" dirty="0">
                <a:latin typeface="Times New Roman" panose="02020603050405020304" pitchFamily="18" charset="0"/>
                <a:cs typeface="Times New Roman" panose="02020603050405020304" pitchFamily="18" charset="0"/>
              </a:rPr>
              <a:t>independently</a:t>
            </a:r>
            <a:r>
              <a:rPr lang="en-IN" sz="4000" dirty="0">
                <a:latin typeface="Times New Roman" panose="02020603050405020304" pitchFamily="18" charset="0"/>
                <a:cs typeface="Times New Roman" panose="02020603050405020304" pitchFamily="18" charset="0"/>
              </a:rPr>
              <a:t> without relying on another entity. </a:t>
            </a: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Can be </a:t>
            </a:r>
            <a:r>
              <a:rPr lang="en-IN" sz="4000" b="1" dirty="0">
                <a:latin typeface="Times New Roman" panose="02020603050405020304" pitchFamily="18" charset="0"/>
                <a:cs typeface="Times New Roman" panose="02020603050405020304" pitchFamily="18" charset="0"/>
              </a:rPr>
              <a:t>uniquely identified</a:t>
            </a:r>
            <a:r>
              <a:rPr lang="en-IN" sz="4000" dirty="0">
                <a:latin typeface="Times New Roman" panose="02020603050405020304" pitchFamily="18" charset="0"/>
                <a:cs typeface="Times New Roman" panose="02020603050405020304" pitchFamily="18" charset="0"/>
              </a:rPr>
              <a:t> in the database. </a:t>
            </a:r>
          </a:p>
          <a:p>
            <a:pPr>
              <a:lnSpc>
                <a:spcPct val="150000"/>
              </a:lnSpc>
            </a:pPr>
            <a:r>
              <a:rPr lang="en-IN" sz="4000" b="1" dirty="0">
                <a:latin typeface="Times New Roman" panose="02020603050405020304" pitchFamily="18" charset="0"/>
                <a:cs typeface="Times New Roman" panose="02020603050405020304" pitchFamily="18" charset="0"/>
              </a:rPr>
              <a:t>Examples</a:t>
            </a:r>
          </a:p>
          <a:p>
            <a:pPr>
              <a:lnSpc>
                <a:spcPct val="150000"/>
              </a:lnSpc>
            </a:pPr>
            <a:r>
              <a:rPr lang="en-IN" sz="4000" b="1" dirty="0">
                <a:latin typeface="Times New Roman" panose="02020603050405020304" pitchFamily="18" charset="0"/>
                <a:cs typeface="Times New Roman" panose="02020603050405020304" pitchFamily="18" charset="0"/>
              </a:rPr>
              <a:t>Student</a:t>
            </a:r>
            <a:r>
              <a:rPr lang="en-IN" sz="4000" dirty="0">
                <a:latin typeface="Times New Roman" panose="02020603050405020304" pitchFamily="18" charset="0"/>
                <a:cs typeface="Times New Roman" panose="02020603050405020304" pitchFamily="18" charset="0"/>
              </a:rPr>
              <a:t> – Student ID </a:t>
            </a:r>
          </a:p>
          <a:p>
            <a:pPr>
              <a:lnSpc>
                <a:spcPct val="150000"/>
              </a:lnSpc>
            </a:pPr>
            <a:r>
              <a:rPr lang="en-IN" sz="4000" b="1" dirty="0">
                <a:latin typeface="Times New Roman" panose="02020603050405020304" pitchFamily="18" charset="0"/>
                <a:cs typeface="Times New Roman" panose="02020603050405020304" pitchFamily="18" charset="0"/>
              </a:rPr>
              <a:t>Employee</a:t>
            </a:r>
            <a:r>
              <a:rPr lang="en-IN" sz="4000" dirty="0">
                <a:latin typeface="Times New Roman" panose="02020603050405020304" pitchFamily="18" charset="0"/>
                <a:cs typeface="Times New Roman" panose="02020603050405020304" pitchFamily="18" charset="0"/>
              </a:rPr>
              <a:t> – Employee ID </a:t>
            </a:r>
          </a:p>
          <a:p>
            <a:pPr>
              <a:lnSpc>
                <a:spcPct val="150000"/>
              </a:lnSpc>
            </a:pPr>
            <a:r>
              <a:rPr lang="en-IN" sz="4000" b="1" dirty="0">
                <a:latin typeface="Times New Roman" panose="02020603050405020304" pitchFamily="18" charset="0"/>
                <a:cs typeface="Times New Roman" panose="02020603050405020304" pitchFamily="18" charset="0"/>
              </a:rPr>
              <a:t>Customer</a:t>
            </a:r>
            <a:r>
              <a:rPr lang="en-IN" sz="4000" dirty="0">
                <a:latin typeface="Times New Roman" panose="02020603050405020304" pitchFamily="18" charset="0"/>
                <a:cs typeface="Times New Roman" panose="02020603050405020304" pitchFamily="18" charset="0"/>
              </a:rPr>
              <a:t> – Customer ID</a:t>
            </a:r>
          </a:p>
        </p:txBody>
      </p:sp>
    </p:spTree>
    <p:extLst>
      <p:ext uri="{BB962C8B-B14F-4D97-AF65-F5344CB8AC3E}">
        <p14:creationId xmlns:p14="http://schemas.microsoft.com/office/powerpoint/2010/main" val="4203569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7A96F-DE80-A1D6-3296-69EE9F07162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0E41D67-B59F-A325-027A-AE4482D3480C}"/>
              </a:ext>
            </a:extLst>
          </p:cNvPr>
          <p:cNvPicPr>
            <a:picLocks noChangeAspect="1"/>
          </p:cNvPicPr>
          <p:nvPr/>
        </p:nvPicPr>
        <p:blipFill>
          <a:blip r:embed="rId2"/>
          <a:stretch>
            <a:fillRect/>
          </a:stretch>
        </p:blipFill>
        <p:spPr>
          <a:xfrm>
            <a:off x="-21771" y="-20354"/>
            <a:ext cx="1788331" cy="1988517"/>
          </a:xfrm>
          <a:prstGeom prst="rect">
            <a:avLst/>
          </a:prstGeom>
        </p:spPr>
      </p:pic>
      <p:pic>
        <p:nvPicPr>
          <p:cNvPr id="9" name="Picture 8">
            <a:extLst>
              <a:ext uri="{FF2B5EF4-FFF2-40B4-BE49-F238E27FC236}">
                <a16:creationId xmlns:a16="http://schemas.microsoft.com/office/drawing/2014/main" id="{AC68BFB7-4055-AFC5-D482-ECFFD1087B3B}"/>
              </a:ext>
            </a:extLst>
          </p:cNvPr>
          <p:cNvPicPr>
            <a:picLocks noChangeAspect="1"/>
          </p:cNvPicPr>
          <p:nvPr/>
        </p:nvPicPr>
        <p:blipFill>
          <a:blip r:embed="rId3"/>
          <a:stretch>
            <a:fillRect/>
          </a:stretch>
        </p:blipFill>
        <p:spPr>
          <a:xfrm>
            <a:off x="16185036" y="30605"/>
            <a:ext cx="2102963" cy="1988517"/>
          </a:xfrm>
          <a:prstGeom prst="rect">
            <a:avLst/>
          </a:prstGeom>
        </p:spPr>
      </p:pic>
      <p:sp>
        <p:nvSpPr>
          <p:cNvPr id="3" name="TextBox 2">
            <a:extLst>
              <a:ext uri="{FF2B5EF4-FFF2-40B4-BE49-F238E27FC236}">
                <a16:creationId xmlns:a16="http://schemas.microsoft.com/office/drawing/2014/main" id="{96167867-49A4-8277-9F00-A6F10FF8AAD7}"/>
              </a:ext>
            </a:extLst>
          </p:cNvPr>
          <p:cNvSpPr txBox="1"/>
          <p:nvPr/>
        </p:nvSpPr>
        <p:spPr>
          <a:xfrm>
            <a:off x="6852378" y="952500"/>
            <a:ext cx="5187221" cy="1015663"/>
          </a:xfrm>
          <a:prstGeom prst="rect">
            <a:avLst/>
          </a:prstGeom>
          <a:noFill/>
        </p:spPr>
        <p:txBody>
          <a:bodyPr wrap="square">
            <a:spAutoFit/>
          </a:bodyPr>
          <a:lstStyle/>
          <a:p>
            <a:r>
              <a:rPr lang="en-IN" sz="6000" b="1" dirty="0">
                <a:latin typeface="Times New Roman" panose="02020603050405020304" pitchFamily="18" charset="0"/>
                <a:cs typeface="Times New Roman" panose="02020603050405020304" pitchFamily="18" charset="0"/>
              </a:rPr>
              <a:t>Weak Entity</a:t>
            </a:r>
          </a:p>
        </p:txBody>
      </p:sp>
      <p:sp>
        <p:nvSpPr>
          <p:cNvPr id="11" name="TextBox 10">
            <a:extLst>
              <a:ext uri="{FF2B5EF4-FFF2-40B4-BE49-F238E27FC236}">
                <a16:creationId xmlns:a16="http://schemas.microsoft.com/office/drawing/2014/main" id="{7C517362-6200-488E-12F4-1FFB6315E5A4}"/>
              </a:ext>
            </a:extLst>
          </p:cNvPr>
          <p:cNvSpPr txBox="1"/>
          <p:nvPr/>
        </p:nvSpPr>
        <p:spPr>
          <a:xfrm>
            <a:off x="1371600" y="2705100"/>
            <a:ext cx="16535400" cy="8291693"/>
          </a:xfrm>
          <a:prstGeom prst="rect">
            <a:avLst/>
          </a:prstGeom>
          <a:noFill/>
        </p:spPr>
        <p:txBody>
          <a:bodyPr wrap="square">
            <a:spAutoFit/>
          </a:bodyPr>
          <a:lstStyle/>
          <a:p>
            <a:pPr>
              <a:lnSpc>
                <a:spcPct val="150000"/>
              </a:lnSpc>
            </a:pPr>
            <a:r>
              <a:rPr lang="en-IN" sz="4000" b="1" dirty="0">
                <a:latin typeface="Times New Roman" panose="02020603050405020304" pitchFamily="18" charset="0"/>
                <a:cs typeface="Times New Roman" panose="02020603050405020304" pitchFamily="18" charset="0"/>
              </a:rPr>
              <a:t>Features</a:t>
            </a:r>
          </a:p>
          <a:p>
            <a:pPr marL="571500" indent="-571500">
              <a:lnSpc>
                <a:spcPct val="150000"/>
              </a:lnSpc>
              <a:buFont typeface="Arial" panose="020B0604020202020204" pitchFamily="34" charset="0"/>
              <a:buChar char="•"/>
            </a:pPr>
            <a:r>
              <a:rPr lang="en-IN" sz="4000" b="1" dirty="0">
                <a:latin typeface="Times New Roman" panose="02020603050405020304" pitchFamily="18" charset="0"/>
                <a:cs typeface="Times New Roman" panose="02020603050405020304" pitchFamily="18" charset="0"/>
              </a:rPr>
              <a:t>Has no Primary Key</a:t>
            </a:r>
            <a:r>
              <a:rPr lang="en-IN" sz="4000" dirty="0">
                <a:latin typeface="Times New Roman" panose="02020603050405020304" pitchFamily="18" charset="0"/>
                <a:cs typeface="Times New Roman" panose="02020603050405020304" pitchFamily="18" charset="0"/>
              </a:rPr>
              <a:t> and cannot be identified on its own. </a:t>
            </a:r>
          </a:p>
          <a:p>
            <a:pPr marL="571500" indent="-571500">
              <a:lnSpc>
                <a:spcPct val="150000"/>
              </a:lnSpc>
              <a:buFont typeface="Arial" panose="020B0604020202020204" pitchFamily="34" charset="0"/>
              <a:buChar char="•"/>
            </a:pPr>
            <a:r>
              <a:rPr lang="en-IN" sz="4000" b="1" dirty="0">
                <a:latin typeface="Times New Roman" panose="02020603050405020304" pitchFamily="18" charset="0"/>
                <a:cs typeface="Times New Roman" panose="02020603050405020304" pitchFamily="18" charset="0"/>
              </a:rPr>
              <a:t>Depends on a Strong Entity</a:t>
            </a:r>
            <a:r>
              <a:rPr lang="en-IN" sz="4000" dirty="0">
                <a:latin typeface="Times New Roman" panose="02020603050405020304" pitchFamily="18" charset="0"/>
                <a:cs typeface="Times New Roman" panose="02020603050405020304" pitchFamily="18" charset="0"/>
              </a:rPr>
              <a:t> for its existence. </a:t>
            </a:r>
          </a:p>
          <a:p>
            <a:pPr marL="571500" indent="-571500">
              <a:lnSpc>
                <a:spcPct val="150000"/>
              </a:lnSpc>
              <a:buFont typeface="Arial" panose="020B0604020202020204" pitchFamily="34" charset="0"/>
              <a:buChar char="•"/>
            </a:pPr>
            <a:r>
              <a:rPr lang="en-IN" sz="4000" b="1" dirty="0">
                <a:latin typeface="Times New Roman" panose="02020603050405020304" pitchFamily="18" charset="0"/>
                <a:cs typeface="Times New Roman" panose="02020603050405020304" pitchFamily="18" charset="0"/>
              </a:rPr>
              <a:t>Uses a Partial Key</a:t>
            </a:r>
            <a:r>
              <a:rPr lang="en-IN" sz="4000" dirty="0">
                <a:latin typeface="Times New Roman" panose="02020603050405020304" pitchFamily="18" charset="0"/>
                <a:cs typeface="Times New Roman" panose="02020603050405020304" pitchFamily="18" charset="0"/>
              </a:rPr>
              <a:t> along with the strong entity's key for identification. </a:t>
            </a:r>
          </a:p>
          <a:p>
            <a:pPr>
              <a:lnSpc>
                <a:spcPct val="150000"/>
              </a:lnSpc>
            </a:pPr>
            <a:r>
              <a:rPr lang="en-IN" sz="4000" b="1" dirty="0">
                <a:latin typeface="Times New Roman" panose="02020603050405020304" pitchFamily="18" charset="0"/>
                <a:cs typeface="Times New Roman" panose="02020603050405020304" pitchFamily="18" charset="0"/>
              </a:rPr>
              <a:t>Examples</a:t>
            </a:r>
          </a:p>
          <a:p>
            <a:pPr>
              <a:lnSpc>
                <a:spcPct val="150000"/>
              </a:lnSpc>
            </a:pPr>
            <a:r>
              <a:rPr lang="en-IN" sz="4000" b="1" dirty="0">
                <a:latin typeface="Times New Roman" panose="02020603050405020304" pitchFamily="18" charset="0"/>
                <a:cs typeface="Times New Roman" panose="02020603050405020304" pitchFamily="18" charset="0"/>
              </a:rPr>
              <a:t>Dependent</a:t>
            </a:r>
            <a:r>
              <a:rPr lang="en-IN" sz="4000" dirty="0">
                <a:latin typeface="Times New Roman" panose="02020603050405020304" pitchFamily="18" charset="0"/>
                <a:cs typeface="Times New Roman" panose="02020603050405020304" pitchFamily="18" charset="0"/>
              </a:rPr>
              <a:t> – Depends on an Employee. </a:t>
            </a:r>
          </a:p>
          <a:p>
            <a:pPr>
              <a:lnSpc>
                <a:spcPct val="150000"/>
              </a:lnSpc>
            </a:pPr>
            <a:r>
              <a:rPr lang="en-IN" sz="4000" b="1" dirty="0">
                <a:latin typeface="Times New Roman" panose="02020603050405020304" pitchFamily="18" charset="0"/>
                <a:cs typeface="Times New Roman" panose="02020603050405020304" pitchFamily="18" charset="0"/>
              </a:rPr>
              <a:t>Order Item</a:t>
            </a:r>
            <a:r>
              <a:rPr lang="en-IN" sz="4000" dirty="0">
                <a:latin typeface="Times New Roman" panose="02020603050405020304" pitchFamily="18" charset="0"/>
                <a:cs typeface="Times New Roman" panose="02020603050405020304" pitchFamily="18" charset="0"/>
              </a:rPr>
              <a:t> – Depends on an Order. </a:t>
            </a:r>
          </a:p>
          <a:p>
            <a:pPr>
              <a:lnSpc>
                <a:spcPct val="150000"/>
              </a:lnSpc>
            </a:pPr>
            <a:r>
              <a:rPr lang="en-IN" sz="4000" b="1" dirty="0">
                <a:latin typeface="Times New Roman" panose="02020603050405020304" pitchFamily="18" charset="0"/>
                <a:cs typeface="Times New Roman" panose="02020603050405020304" pitchFamily="18" charset="0"/>
              </a:rPr>
              <a:t>Book Copy</a:t>
            </a:r>
            <a:r>
              <a:rPr lang="en-IN" sz="4000" dirty="0">
                <a:latin typeface="Times New Roman" panose="02020603050405020304" pitchFamily="18" charset="0"/>
                <a:cs typeface="Times New Roman" panose="02020603050405020304" pitchFamily="18" charset="0"/>
              </a:rPr>
              <a:t> – Depends on a Book. </a:t>
            </a:r>
          </a:p>
          <a:p>
            <a:pPr>
              <a:lnSpc>
                <a:spcPct val="150000"/>
              </a:lnSpc>
            </a:pP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1458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diagram illustrates an ER (Entity-Relationship) model showcasing entities like 'Employee' with attributes such as 'EmpID', 'Name', 'Department', and 'Salary', and a 'Dependent' entity connected through a 'N' (no) relationship and a 'HAS' relationship.&#10;&#10;AI-generated content may be incorrect.">
            <a:extLst>
              <a:ext uri="{FF2B5EF4-FFF2-40B4-BE49-F238E27FC236}">
                <a16:creationId xmlns:a16="http://schemas.microsoft.com/office/drawing/2014/main" id="{662243C1-F495-0BDB-7604-C71B2EA0873B}"/>
              </a:ext>
            </a:extLst>
          </p:cNvPr>
          <p:cNvPicPr>
            <a:picLocks noChangeAspect="1"/>
          </p:cNvPicPr>
          <p:nvPr/>
        </p:nvPicPr>
        <p:blipFill>
          <a:blip r:embed="rId2"/>
          <a:stretch>
            <a:fillRect/>
          </a:stretch>
        </p:blipFill>
        <p:spPr>
          <a:xfrm>
            <a:off x="5791200" y="1562100"/>
            <a:ext cx="7696200" cy="7567315"/>
          </a:xfrm>
          <a:prstGeom prst="rect">
            <a:avLst/>
          </a:prstGeom>
        </p:spPr>
      </p:pic>
      <p:pic>
        <p:nvPicPr>
          <p:cNvPr id="5" name="Picture 4" descr="Excel&#10;&#10;AI-generated content may be incorrect.">
            <a:extLst>
              <a:ext uri="{FF2B5EF4-FFF2-40B4-BE49-F238E27FC236}">
                <a16:creationId xmlns:a16="http://schemas.microsoft.com/office/drawing/2014/main" id="{5B4EC4C6-C63F-5CE1-9F5D-38CF4A0C87B9}"/>
              </a:ext>
            </a:extLst>
          </p:cNvPr>
          <p:cNvPicPr>
            <a:picLocks noChangeAspect="1"/>
          </p:cNvPicPr>
          <p:nvPr/>
        </p:nvPicPr>
        <p:blipFill>
          <a:blip r:embed="rId3"/>
          <a:stretch>
            <a:fillRect/>
          </a:stretch>
        </p:blipFill>
        <p:spPr>
          <a:xfrm>
            <a:off x="-21771" y="-20354"/>
            <a:ext cx="1926771" cy="2142454"/>
          </a:xfrm>
          <a:prstGeom prst="rect">
            <a:avLst/>
          </a:prstGeom>
        </p:spPr>
      </p:pic>
      <p:pic>
        <p:nvPicPr>
          <p:cNvPr id="7" name="Picture 6" descr="The image features the emblem of the State Institute of Medical and Technical Sciences, marked with the number 2065.&#10;&#10;AI-generated content may be incorrect.">
            <a:extLst>
              <a:ext uri="{FF2B5EF4-FFF2-40B4-BE49-F238E27FC236}">
                <a16:creationId xmlns:a16="http://schemas.microsoft.com/office/drawing/2014/main" id="{5C36A902-BEF6-F81F-3901-392FEB6580E4}"/>
              </a:ext>
            </a:extLst>
          </p:cNvPr>
          <p:cNvPicPr>
            <a:picLocks noChangeAspect="1"/>
          </p:cNvPicPr>
          <p:nvPr/>
        </p:nvPicPr>
        <p:blipFill>
          <a:blip r:embed="rId4"/>
          <a:stretch>
            <a:fillRect/>
          </a:stretch>
        </p:blipFill>
        <p:spPr>
          <a:xfrm>
            <a:off x="16265434" y="30605"/>
            <a:ext cx="2022566" cy="1912495"/>
          </a:xfrm>
          <a:prstGeom prst="rect">
            <a:avLst/>
          </a:prstGeom>
        </p:spPr>
      </p:pic>
    </p:spTree>
    <p:extLst>
      <p:ext uri="{BB962C8B-B14F-4D97-AF65-F5344CB8AC3E}">
        <p14:creationId xmlns:p14="http://schemas.microsoft.com/office/powerpoint/2010/main" val="3030604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9F103-41C7-DE67-EB0E-77C1F01F010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9003FEE-15C4-5936-E5A6-382C40732A44}"/>
              </a:ext>
            </a:extLst>
          </p:cNvPr>
          <p:cNvPicPr>
            <a:picLocks noChangeAspect="1"/>
          </p:cNvPicPr>
          <p:nvPr/>
        </p:nvPicPr>
        <p:blipFill>
          <a:blip r:embed="rId2"/>
          <a:stretch>
            <a:fillRect/>
          </a:stretch>
        </p:blipFill>
        <p:spPr>
          <a:xfrm>
            <a:off x="0" y="21771"/>
            <a:ext cx="1774371" cy="1972995"/>
          </a:xfrm>
          <a:prstGeom prst="rect">
            <a:avLst/>
          </a:prstGeom>
        </p:spPr>
      </p:pic>
      <p:pic>
        <p:nvPicPr>
          <p:cNvPr id="7" name="Picture 6">
            <a:extLst>
              <a:ext uri="{FF2B5EF4-FFF2-40B4-BE49-F238E27FC236}">
                <a16:creationId xmlns:a16="http://schemas.microsoft.com/office/drawing/2014/main" id="{DADC95DD-417B-8316-E535-A8CFD9BE658C}"/>
              </a:ext>
            </a:extLst>
          </p:cNvPr>
          <p:cNvPicPr>
            <a:picLocks noChangeAspect="1"/>
          </p:cNvPicPr>
          <p:nvPr/>
        </p:nvPicPr>
        <p:blipFill>
          <a:blip r:embed="rId3"/>
          <a:stretch>
            <a:fillRect/>
          </a:stretch>
        </p:blipFill>
        <p:spPr>
          <a:xfrm>
            <a:off x="16349184" y="10885"/>
            <a:ext cx="1938816" cy="1994766"/>
          </a:xfrm>
          <a:prstGeom prst="rect">
            <a:avLst/>
          </a:prstGeom>
        </p:spPr>
      </p:pic>
      <p:sp>
        <p:nvSpPr>
          <p:cNvPr id="4" name="TextBox 3">
            <a:extLst>
              <a:ext uri="{FF2B5EF4-FFF2-40B4-BE49-F238E27FC236}">
                <a16:creationId xmlns:a16="http://schemas.microsoft.com/office/drawing/2014/main" id="{96F530AD-BFF6-B0F3-38DE-07F89E8A0A26}"/>
              </a:ext>
            </a:extLst>
          </p:cNvPr>
          <p:cNvSpPr txBox="1"/>
          <p:nvPr/>
        </p:nvSpPr>
        <p:spPr>
          <a:xfrm>
            <a:off x="5105400" y="800100"/>
            <a:ext cx="9144000" cy="1015663"/>
          </a:xfrm>
          <a:prstGeom prst="rect">
            <a:avLst/>
          </a:prstGeom>
          <a:noFill/>
        </p:spPr>
        <p:txBody>
          <a:bodyPr wrap="square">
            <a:spAutoFit/>
          </a:bodyPr>
          <a:lstStyle/>
          <a:p>
            <a:pPr>
              <a:buNone/>
            </a:pPr>
            <a:r>
              <a:rPr lang="en-IN" sz="6000" b="1" dirty="0">
                <a:latin typeface="Times New Roman" panose="02020603050405020304" pitchFamily="18" charset="0"/>
                <a:cs typeface="Times New Roman" panose="02020603050405020304" pitchFamily="18" charset="0"/>
              </a:rPr>
              <a:t>Comparison &amp; Conclusion</a:t>
            </a:r>
          </a:p>
        </p:txBody>
      </p:sp>
      <p:graphicFrame>
        <p:nvGraphicFramePr>
          <p:cNvPr id="6" name="Table 5">
            <a:extLst>
              <a:ext uri="{FF2B5EF4-FFF2-40B4-BE49-F238E27FC236}">
                <a16:creationId xmlns:a16="http://schemas.microsoft.com/office/drawing/2014/main" id="{C0ADFE65-C95E-59FF-5428-93C277124E85}"/>
              </a:ext>
            </a:extLst>
          </p:cNvPr>
          <p:cNvGraphicFramePr>
            <a:graphicFrameLocks noGrp="1"/>
          </p:cNvGraphicFramePr>
          <p:nvPr>
            <p:extLst>
              <p:ext uri="{D42A27DB-BD31-4B8C-83A1-F6EECF244321}">
                <p14:modId xmlns:p14="http://schemas.microsoft.com/office/powerpoint/2010/main" val="1925781591"/>
              </p:ext>
            </p:extLst>
          </p:nvPr>
        </p:nvGraphicFramePr>
        <p:xfrm>
          <a:off x="4114800" y="3238500"/>
          <a:ext cx="10439400" cy="3200400"/>
        </p:xfrm>
        <a:graphic>
          <a:graphicData uri="http://schemas.openxmlformats.org/drawingml/2006/table">
            <a:tbl>
              <a:tblPr>
                <a:tableStyleId>{35758FB7-9AC5-4552-8A53-C91805E547FA}</a:tableStyleId>
              </a:tblPr>
              <a:tblGrid>
                <a:gridCol w="5219700">
                  <a:extLst>
                    <a:ext uri="{9D8B030D-6E8A-4147-A177-3AD203B41FA5}">
                      <a16:colId xmlns:a16="http://schemas.microsoft.com/office/drawing/2014/main" val="4105809663"/>
                    </a:ext>
                  </a:extLst>
                </a:gridCol>
                <a:gridCol w="5219700">
                  <a:extLst>
                    <a:ext uri="{9D8B030D-6E8A-4147-A177-3AD203B41FA5}">
                      <a16:colId xmlns:a16="http://schemas.microsoft.com/office/drawing/2014/main" val="670966086"/>
                    </a:ext>
                  </a:extLst>
                </a:gridCol>
              </a:tblGrid>
              <a:tr h="0">
                <a:tc>
                  <a:txBody>
                    <a:bodyPr/>
                    <a:lstStyle/>
                    <a:p>
                      <a:pPr>
                        <a:buNone/>
                      </a:pPr>
                      <a:r>
                        <a:rPr lang="en-IN" sz="3600" b="1" dirty="0">
                          <a:latin typeface="Times New Roman" panose="02020603050405020304" pitchFamily="18" charset="0"/>
                          <a:cs typeface="Times New Roman" panose="02020603050405020304" pitchFamily="18" charset="0"/>
                        </a:rPr>
                        <a:t>Strong Entity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3600" b="1" dirty="0">
                          <a:latin typeface="Times New Roman" panose="02020603050405020304" pitchFamily="18" charset="0"/>
                          <a:cs typeface="Times New Roman" panose="02020603050405020304" pitchFamily="18" charset="0"/>
                        </a:rPr>
                        <a:t>Weak Entity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0490434"/>
                  </a:ext>
                </a:extLst>
              </a:tr>
              <a:tr h="0">
                <a:tc>
                  <a:txBody>
                    <a:bodyPr/>
                    <a:lstStyle/>
                    <a:p>
                      <a:pPr>
                        <a:buNone/>
                      </a:pPr>
                      <a:r>
                        <a:rPr lang="en-IN" sz="3600">
                          <a:latin typeface="Times New Roman" panose="02020603050405020304" pitchFamily="18" charset="0"/>
                          <a:cs typeface="Times New Roman" panose="02020603050405020304" pitchFamily="18" charset="0"/>
                        </a:rPr>
                        <a:t>Has Primary Key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3600">
                          <a:latin typeface="Times New Roman" panose="02020603050405020304" pitchFamily="18" charset="0"/>
                          <a:cs typeface="Times New Roman" panose="02020603050405020304" pitchFamily="18" charset="0"/>
                        </a:rPr>
                        <a:t>No Primary Key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4850296"/>
                  </a:ext>
                </a:extLst>
              </a:tr>
              <a:tr h="0">
                <a:tc>
                  <a:txBody>
                    <a:bodyPr/>
                    <a:lstStyle/>
                    <a:p>
                      <a:pPr>
                        <a:buNone/>
                      </a:pPr>
                      <a:r>
                        <a:rPr lang="en-IN" sz="3600" dirty="0">
                          <a:latin typeface="Times New Roman" panose="02020603050405020304" pitchFamily="18" charset="0"/>
                          <a:cs typeface="Times New Roman" panose="02020603050405020304" pitchFamily="18" charset="0"/>
                        </a:rPr>
                        <a:t>Independent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3600" dirty="0">
                          <a:latin typeface="Times New Roman" panose="02020603050405020304" pitchFamily="18" charset="0"/>
                          <a:cs typeface="Times New Roman" panose="02020603050405020304" pitchFamily="18" charset="0"/>
                        </a:rPr>
                        <a:t>Dependent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3856483"/>
                  </a:ext>
                </a:extLst>
              </a:tr>
              <a:tr h="0">
                <a:tc>
                  <a:txBody>
                    <a:bodyPr/>
                    <a:lstStyle/>
                    <a:p>
                      <a:pPr>
                        <a:buNone/>
                      </a:pPr>
                      <a:r>
                        <a:rPr lang="en-IN" sz="3600">
                          <a:latin typeface="Times New Roman" panose="02020603050405020304" pitchFamily="18" charset="0"/>
                          <a:cs typeface="Times New Roman" panose="02020603050405020304" pitchFamily="18" charset="0"/>
                        </a:rPr>
                        <a:t>Own Existence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3600" dirty="0">
                          <a:latin typeface="Times New Roman" panose="02020603050405020304" pitchFamily="18" charset="0"/>
                          <a:cs typeface="Times New Roman" panose="02020603050405020304" pitchFamily="18" charset="0"/>
                        </a:rPr>
                        <a:t>Depends on Strong Entity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1966372"/>
                  </a:ext>
                </a:extLst>
              </a:tr>
              <a:tr h="0">
                <a:tc>
                  <a:txBody>
                    <a:bodyPr/>
                    <a:lstStyle/>
                    <a:p>
                      <a:pPr>
                        <a:buNone/>
                      </a:pPr>
                      <a:r>
                        <a:rPr lang="en-IN" sz="3600">
                          <a:latin typeface="Times New Roman" panose="02020603050405020304" pitchFamily="18" charset="0"/>
                          <a:cs typeface="Times New Roman" panose="02020603050405020304" pitchFamily="18" charset="0"/>
                        </a:rPr>
                        <a:t>Single Rectangle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3600" dirty="0">
                          <a:latin typeface="Times New Roman" panose="02020603050405020304" pitchFamily="18" charset="0"/>
                          <a:cs typeface="Times New Roman" panose="02020603050405020304" pitchFamily="18" charset="0"/>
                        </a:rPr>
                        <a:t>Double Rectangle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0986291"/>
                  </a:ext>
                </a:extLst>
              </a:tr>
            </a:tbl>
          </a:graphicData>
        </a:graphic>
      </p:graphicFrame>
      <p:sp>
        <p:nvSpPr>
          <p:cNvPr id="9" name="TextBox 8">
            <a:extLst>
              <a:ext uri="{FF2B5EF4-FFF2-40B4-BE49-F238E27FC236}">
                <a16:creationId xmlns:a16="http://schemas.microsoft.com/office/drawing/2014/main" id="{FC4FD489-0CB2-D19F-467C-4924ED6CFF16}"/>
              </a:ext>
            </a:extLst>
          </p:cNvPr>
          <p:cNvSpPr txBox="1"/>
          <p:nvPr/>
        </p:nvSpPr>
        <p:spPr>
          <a:xfrm>
            <a:off x="1676400" y="7861637"/>
            <a:ext cx="16002000" cy="1754326"/>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Conclusion:</a:t>
            </a:r>
          </a:p>
          <a:p>
            <a:pPr>
              <a:buNone/>
            </a:pPr>
            <a:r>
              <a:rPr lang="en-IN" sz="3600" dirty="0">
                <a:latin typeface="Times New Roman" panose="02020603050405020304" pitchFamily="18" charset="0"/>
                <a:cs typeface="Times New Roman" panose="02020603050405020304" pitchFamily="18" charset="0"/>
              </a:rPr>
              <a:t>Strong and weak entities help model real-world relationships accurately and improve database design.</a:t>
            </a:r>
          </a:p>
        </p:txBody>
      </p:sp>
    </p:spTree>
    <p:extLst>
      <p:ext uri="{BB962C8B-B14F-4D97-AF65-F5344CB8AC3E}">
        <p14:creationId xmlns:p14="http://schemas.microsoft.com/office/powerpoint/2010/main" val="1138914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ank You.&#10;&#10;AI-generated content may be incorrect.">
            <a:extLst>
              <a:ext uri="{FF2B5EF4-FFF2-40B4-BE49-F238E27FC236}">
                <a16:creationId xmlns:a16="http://schemas.microsoft.com/office/drawing/2014/main" id="{5D61035F-4C6B-937D-2315-C9E289003C3A}"/>
              </a:ext>
            </a:extLst>
          </p:cNvPr>
          <p:cNvPicPr>
            <a:picLocks noChangeAspect="1"/>
          </p:cNvPicPr>
          <p:nvPr/>
        </p:nvPicPr>
        <p:blipFill>
          <a:blip r:embed="rId2"/>
          <a:stretch>
            <a:fillRect/>
          </a:stretch>
        </p:blipFill>
        <p:spPr>
          <a:xfrm>
            <a:off x="4419600" y="419100"/>
            <a:ext cx="9448800" cy="9448800"/>
          </a:xfrm>
          <a:prstGeom prst="rect">
            <a:avLst/>
          </a:prstGeom>
        </p:spPr>
      </p:pic>
    </p:spTree>
    <p:extLst>
      <p:ext uri="{BB962C8B-B14F-4D97-AF65-F5344CB8AC3E}">
        <p14:creationId xmlns:p14="http://schemas.microsoft.com/office/powerpoint/2010/main" val="523624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TotalTime>
  <Words>701</Words>
  <Application>Microsoft Office PowerPoint</Application>
  <PresentationFormat>Custom</PresentationFormat>
  <Paragraphs>137</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Times New Roman</vt:lpstr>
      <vt:lpstr>Arial</vt:lpstr>
      <vt:lpstr>Calibri</vt:lpstr>
      <vt:lpstr>Office Theme</vt:lpstr>
      <vt:lpstr>PowerPoint Presentation</vt:lpstr>
      <vt:lpstr>PowerPoint Presentation</vt:lpstr>
      <vt:lpstr>PowerPoint Presentation</vt:lpstr>
      <vt:lpstr>ER Diagram Components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Data Independence</vt:lpstr>
      <vt:lpstr>PowerPoint Presentation</vt:lpstr>
      <vt:lpstr>PowerPoint Presentation</vt:lpstr>
      <vt:lpstr>PowerPoint Presentation</vt:lpstr>
      <vt:lpstr>Storage Manager &amp; Transaction Manager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Energy-Generation-via-p-n-Junctions-Driven-by-Temperature-Gradients (1).pptx.pptx</dc:title>
  <dc:creator>Administrator</dc:creator>
  <cp:lastModifiedBy>Pranathi Ravuru</cp:lastModifiedBy>
  <cp:revision>26</cp:revision>
  <dcterms:created xsi:type="dcterms:W3CDTF">2006-08-16T00:00:00Z</dcterms:created>
  <dcterms:modified xsi:type="dcterms:W3CDTF">2026-07-18T10:20:42Z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6D7BC964AB114AD6AD43922E98352C90_13</vt:lpwstr>
  </property>
  <property fmtid="{D5CDD505-2E9C-101B-9397-08002B2CF9AE}" pid="3" name="KSOProductBuildVer">
    <vt:lpwstr>1033-12.1.0.26372</vt:lpwstr>
  </property>
</Properties>
</file>